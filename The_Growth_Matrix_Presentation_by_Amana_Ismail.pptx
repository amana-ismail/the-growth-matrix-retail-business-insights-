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E10388-9300-4E87-A715-E2277D07F7D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844A268-26B0-4588-8998-DAA6AB4FABCB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dirty="0">
              <a:latin typeface="Bell MT" panose="02020503060305020303" pitchFamily="18" charset="0"/>
            </a:rPr>
            <a:t>The Growth Matrix:</a:t>
          </a:r>
          <a:br>
            <a:rPr lang="en-US" dirty="0">
              <a:latin typeface="Bell MT" panose="02020503060305020303" pitchFamily="18" charset="0"/>
            </a:rPr>
          </a:br>
          <a:r>
            <a:rPr lang="en-IN" dirty="0">
              <a:latin typeface="Bell MT" panose="02020503060305020303" pitchFamily="18" charset="0"/>
            </a:rPr>
            <a:t> Retail Sales Dashboard</a:t>
          </a:r>
        </a:p>
      </dgm:t>
    </dgm:pt>
    <dgm:pt modelId="{932E1684-F4EF-4803-87E5-7F66E0BBBABA}" type="parTrans" cxnId="{89F794BA-3ABF-475C-9E69-6A89C2CB6BE4}">
      <dgm:prSet/>
      <dgm:spPr/>
      <dgm:t>
        <a:bodyPr/>
        <a:lstStyle/>
        <a:p>
          <a:endParaRPr lang="en-IN"/>
        </a:p>
      </dgm:t>
    </dgm:pt>
    <dgm:pt modelId="{43FA40FF-8E39-479D-97CE-1527A577B753}" type="sibTrans" cxnId="{89F794BA-3ABF-475C-9E69-6A89C2CB6BE4}">
      <dgm:prSet/>
      <dgm:spPr/>
      <dgm:t>
        <a:bodyPr/>
        <a:lstStyle/>
        <a:p>
          <a:endParaRPr lang="en-IN"/>
        </a:p>
      </dgm:t>
    </dgm:pt>
    <dgm:pt modelId="{7B7B27EE-C69E-4AB2-87F8-6D67A7B5BB01}" type="pres">
      <dgm:prSet presAssocID="{7CE10388-9300-4E87-A715-E2277D07F7DD}" presName="diagram" presStyleCnt="0">
        <dgm:presLayoutVars>
          <dgm:dir/>
          <dgm:resizeHandles val="exact"/>
        </dgm:presLayoutVars>
      </dgm:prSet>
      <dgm:spPr/>
    </dgm:pt>
    <dgm:pt modelId="{86BD2098-B969-4D97-9FD7-C52497A0A86D}" type="pres">
      <dgm:prSet presAssocID="{C844A268-26B0-4588-8998-DAA6AB4FABCB}" presName="node" presStyleLbl="node1" presStyleIdx="0" presStyleCnt="1" custScaleX="317519">
        <dgm:presLayoutVars>
          <dgm:bulletEnabled val="1"/>
        </dgm:presLayoutVars>
      </dgm:prSet>
      <dgm:spPr/>
    </dgm:pt>
  </dgm:ptLst>
  <dgm:cxnLst>
    <dgm:cxn modelId="{2980E823-3E91-427D-81DD-32B6D8F51C28}" type="presOf" srcId="{7CE10388-9300-4E87-A715-E2277D07F7DD}" destId="{7B7B27EE-C69E-4AB2-87F8-6D67A7B5BB01}" srcOrd="0" destOrd="0" presId="urn:microsoft.com/office/officeart/2005/8/layout/default"/>
    <dgm:cxn modelId="{89F794BA-3ABF-475C-9E69-6A89C2CB6BE4}" srcId="{7CE10388-9300-4E87-A715-E2277D07F7DD}" destId="{C844A268-26B0-4588-8998-DAA6AB4FABCB}" srcOrd="0" destOrd="0" parTransId="{932E1684-F4EF-4803-87E5-7F66E0BBBABA}" sibTransId="{43FA40FF-8E39-479D-97CE-1527A577B753}"/>
    <dgm:cxn modelId="{88F4E2C2-C3A8-4F91-92D9-69ABC99F58CB}" type="presOf" srcId="{C844A268-26B0-4588-8998-DAA6AB4FABCB}" destId="{86BD2098-B969-4D97-9FD7-C52497A0A86D}" srcOrd="0" destOrd="0" presId="urn:microsoft.com/office/officeart/2005/8/layout/default"/>
    <dgm:cxn modelId="{FA39C834-8E5C-493A-B801-A9B4F735DD38}" type="presParOf" srcId="{7B7B27EE-C69E-4AB2-87F8-6D67A7B5BB01}" destId="{86BD2098-B969-4D97-9FD7-C52497A0A86D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457864-F4FC-4B29-BC2C-7BA4EBB86B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E7C15CE-84A6-4F45-AE0E-0E092ADB860F}">
      <dgm:prSet/>
      <dgm:spPr>
        <a:solidFill>
          <a:schemeClr val="accent5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IN"/>
            <a:t>• Designed an interactive Tableau dashboard titled 'The Growth Matrix'.</a:t>
          </a:r>
        </a:p>
      </dgm:t>
    </dgm:pt>
    <dgm:pt modelId="{2D0E438D-863A-44E6-8937-BBB9BDD23E0D}" type="parTrans" cxnId="{62CCA657-FC22-4A84-A6AA-252A383D8F40}">
      <dgm:prSet/>
      <dgm:spPr/>
      <dgm:t>
        <a:bodyPr/>
        <a:lstStyle/>
        <a:p>
          <a:endParaRPr lang="en-IN"/>
        </a:p>
      </dgm:t>
    </dgm:pt>
    <dgm:pt modelId="{2BC41FD2-991D-43DE-8697-95C17224D447}" type="sibTrans" cxnId="{62CCA657-FC22-4A84-A6AA-252A383D8F40}">
      <dgm:prSet/>
      <dgm:spPr/>
      <dgm:t>
        <a:bodyPr/>
        <a:lstStyle/>
        <a:p>
          <a:endParaRPr lang="en-IN"/>
        </a:p>
      </dgm:t>
    </dgm:pt>
    <dgm:pt modelId="{E6AFE3BA-F520-4930-A5B8-9067237F4B2C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dirty="0"/>
            <a:t>• The project visualizes key retail metrics such as sales, profit, and category performance.</a:t>
          </a:r>
        </a:p>
      </dgm:t>
    </dgm:pt>
    <dgm:pt modelId="{D927C73B-0567-41D8-B4E3-911F366EC224}" type="parTrans" cxnId="{0F9ECBB4-15E2-43D5-B2CA-EB7871D5B0DF}">
      <dgm:prSet/>
      <dgm:spPr/>
      <dgm:t>
        <a:bodyPr/>
        <a:lstStyle/>
        <a:p>
          <a:endParaRPr lang="en-IN"/>
        </a:p>
      </dgm:t>
    </dgm:pt>
    <dgm:pt modelId="{FF84DFA7-B62C-4097-BC02-C07136A35F7C}" type="sibTrans" cxnId="{0F9ECBB4-15E2-43D5-B2CA-EB7871D5B0DF}">
      <dgm:prSet/>
      <dgm:spPr/>
      <dgm:t>
        <a:bodyPr/>
        <a:lstStyle/>
        <a:p>
          <a:endParaRPr lang="en-IN"/>
        </a:p>
      </dgm:t>
    </dgm:pt>
    <dgm:pt modelId="{C2367039-3167-41B9-A0CC-0D1D0A553E80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dirty="0"/>
            <a:t>• Built to showcase data storytelling, interactivity, and business insight extraction.</a:t>
          </a:r>
        </a:p>
      </dgm:t>
    </dgm:pt>
    <dgm:pt modelId="{B49B9037-70DE-4F6D-AAAB-9B35D90EC66B}" type="parTrans" cxnId="{3FD7DA39-F5FB-4520-9623-2DEA3062070C}">
      <dgm:prSet/>
      <dgm:spPr/>
      <dgm:t>
        <a:bodyPr/>
        <a:lstStyle/>
        <a:p>
          <a:endParaRPr lang="en-IN"/>
        </a:p>
      </dgm:t>
    </dgm:pt>
    <dgm:pt modelId="{1F2D6178-B454-4C6D-972E-2D518C743F67}" type="sibTrans" cxnId="{3FD7DA39-F5FB-4520-9623-2DEA3062070C}">
      <dgm:prSet/>
      <dgm:spPr/>
      <dgm:t>
        <a:bodyPr/>
        <a:lstStyle/>
        <a:p>
          <a:endParaRPr lang="en-IN"/>
        </a:p>
      </dgm:t>
    </dgm:pt>
    <dgm:pt modelId="{6A83D6CE-DCB5-4E0E-BA89-B0C715F54BE5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dirty="0"/>
            <a:t>• Tools Used: Python (data cleaning), Tableau (visualization), Excel (initial analysis).</a:t>
          </a:r>
        </a:p>
      </dgm:t>
    </dgm:pt>
    <dgm:pt modelId="{BF70404B-7F97-4AA5-B798-B4B2B4595CFF}" type="parTrans" cxnId="{C872841D-66AA-4FF6-980A-BA94ED47C403}">
      <dgm:prSet/>
      <dgm:spPr/>
      <dgm:t>
        <a:bodyPr/>
        <a:lstStyle/>
        <a:p>
          <a:endParaRPr lang="en-IN"/>
        </a:p>
      </dgm:t>
    </dgm:pt>
    <dgm:pt modelId="{48FA356C-8F12-4245-8DE9-8815EE6C7258}" type="sibTrans" cxnId="{C872841D-66AA-4FF6-980A-BA94ED47C403}">
      <dgm:prSet/>
      <dgm:spPr/>
      <dgm:t>
        <a:bodyPr/>
        <a:lstStyle/>
        <a:p>
          <a:endParaRPr lang="en-IN"/>
        </a:p>
      </dgm:t>
    </dgm:pt>
    <dgm:pt modelId="{4AC6C4EE-D318-4A81-87DF-C4BB517ADD06}" type="pres">
      <dgm:prSet presAssocID="{2B457864-F4FC-4B29-BC2C-7BA4EBB86BAC}" presName="linear" presStyleCnt="0">
        <dgm:presLayoutVars>
          <dgm:animLvl val="lvl"/>
          <dgm:resizeHandles val="exact"/>
        </dgm:presLayoutVars>
      </dgm:prSet>
      <dgm:spPr/>
    </dgm:pt>
    <dgm:pt modelId="{A5B8B37C-2E45-4F09-AA94-CEC775406B30}" type="pres">
      <dgm:prSet presAssocID="{0E7C15CE-84A6-4F45-AE0E-0E092ADB86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CC72EF-47D6-455B-8707-37DFF3272A1E}" type="pres">
      <dgm:prSet presAssocID="{2BC41FD2-991D-43DE-8697-95C17224D447}" presName="spacer" presStyleCnt="0"/>
      <dgm:spPr/>
    </dgm:pt>
    <dgm:pt modelId="{6532D8DD-AE18-4DCD-8399-D51FB9559C6C}" type="pres">
      <dgm:prSet presAssocID="{E6AFE3BA-F520-4930-A5B8-9067237F4B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7DF489-079B-4AB4-A870-BB8CC87D4B4E}" type="pres">
      <dgm:prSet presAssocID="{FF84DFA7-B62C-4097-BC02-C07136A35F7C}" presName="spacer" presStyleCnt="0"/>
      <dgm:spPr/>
    </dgm:pt>
    <dgm:pt modelId="{48BF4BAD-0ADC-43B7-85D3-A3FE117ADEA0}" type="pres">
      <dgm:prSet presAssocID="{C2367039-3167-41B9-A0CC-0D1D0A553E8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7749CF-B7EA-4920-86B4-14A6E961D9AB}" type="pres">
      <dgm:prSet presAssocID="{1F2D6178-B454-4C6D-972E-2D518C743F67}" presName="spacer" presStyleCnt="0"/>
      <dgm:spPr/>
    </dgm:pt>
    <dgm:pt modelId="{FD41CA6E-59C1-42D3-B4D1-0BEAED11A9EA}" type="pres">
      <dgm:prSet presAssocID="{6A83D6CE-DCB5-4E0E-BA89-B0C715F54BE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C1D216-CD2A-492F-B10E-BE364D9367B4}" type="presOf" srcId="{E6AFE3BA-F520-4930-A5B8-9067237F4B2C}" destId="{6532D8DD-AE18-4DCD-8399-D51FB9559C6C}" srcOrd="0" destOrd="0" presId="urn:microsoft.com/office/officeart/2005/8/layout/vList2"/>
    <dgm:cxn modelId="{C872841D-66AA-4FF6-980A-BA94ED47C403}" srcId="{2B457864-F4FC-4B29-BC2C-7BA4EBB86BAC}" destId="{6A83D6CE-DCB5-4E0E-BA89-B0C715F54BE5}" srcOrd="3" destOrd="0" parTransId="{BF70404B-7F97-4AA5-B798-B4B2B4595CFF}" sibTransId="{48FA356C-8F12-4245-8DE9-8815EE6C7258}"/>
    <dgm:cxn modelId="{F4940836-F67B-413A-A2A5-4EF933732FB0}" type="presOf" srcId="{0E7C15CE-84A6-4F45-AE0E-0E092ADB860F}" destId="{A5B8B37C-2E45-4F09-AA94-CEC775406B30}" srcOrd="0" destOrd="0" presId="urn:microsoft.com/office/officeart/2005/8/layout/vList2"/>
    <dgm:cxn modelId="{3FD7DA39-F5FB-4520-9623-2DEA3062070C}" srcId="{2B457864-F4FC-4B29-BC2C-7BA4EBB86BAC}" destId="{C2367039-3167-41B9-A0CC-0D1D0A553E80}" srcOrd="2" destOrd="0" parTransId="{B49B9037-70DE-4F6D-AAAB-9B35D90EC66B}" sibTransId="{1F2D6178-B454-4C6D-972E-2D518C743F67}"/>
    <dgm:cxn modelId="{226D103F-F3C7-4341-BE16-A8570B0F48DB}" type="presOf" srcId="{C2367039-3167-41B9-A0CC-0D1D0A553E80}" destId="{48BF4BAD-0ADC-43B7-85D3-A3FE117ADEA0}" srcOrd="0" destOrd="0" presId="urn:microsoft.com/office/officeart/2005/8/layout/vList2"/>
    <dgm:cxn modelId="{62CCA657-FC22-4A84-A6AA-252A383D8F40}" srcId="{2B457864-F4FC-4B29-BC2C-7BA4EBB86BAC}" destId="{0E7C15CE-84A6-4F45-AE0E-0E092ADB860F}" srcOrd="0" destOrd="0" parTransId="{2D0E438D-863A-44E6-8937-BBB9BDD23E0D}" sibTransId="{2BC41FD2-991D-43DE-8697-95C17224D447}"/>
    <dgm:cxn modelId="{78066987-8D00-4768-BE96-572365E1F79A}" type="presOf" srcId="{6A83D6CE-DCB5-4E0E-BA89-B0C715F54BE5}" destId="{FD41CA6E-59C1-42D3-B4D1-0BEAED11A9EA}" srcOrd="0" destOrd="0" presId="urn:microsoft.com/office/officeart/2005/8/layout/vList2"/>
    <dgm:cxn modelId="{0F9ECBB4-15E2-43D5-B2CA-EB7871D5B0DF}" srcId="{2B457864-F4FC-4B29-BC2C-7BA4EBB86BAC}" destId="{E6AFE3BA-F520-4930-A5B8-9067237F4B2C}" srcOrd="1" destOrd="0" parTransId="{D927C73B-0567-41D8-B4E3-911F366EC224}" sibTransId="{FF84DFA7-B62C-4097-BC02-C07136A35F7C}"/>
    <dgm:cxn modelId="{0D387EEA-DC1E-46D6-A4E7-A7ADBBFED685}" type="presOf" srcId="{2B457864-F4FC-4B29-BC2C-7BA4EBB86BAC}" destId="{4AC6C4EE-D318-4A81-87DF-C4BB517ADD06}" srcOrd="0" destOrd="0" presId="urn:microsoft.com/office/officeart/2005/8/layout/vList2"/>
    <dgm:cxn modelId="{6DCBA7C8-B2CA-430B-A719-2F4D99AB4D7A}" type="presParOf" srcId="{4AC6C4EE-D318-4A81-87DF-C4BB517ADD06}" destId="{A5B8B37C-2E45-4F09-AA94-CEC775406B30}" srcOrd="0" destOrd="0" presId="urn:microsoft.com/office/officeart/2005/8/layout/vList2"/>
    <dgm:cxn modelId="{3FAF28B8-0C55-4CD3-B056-EF238E1A726E}" type="presParOf" srcId="{4AC6C4EE-D318-4A81-87DF-C4BB517ADD06}" destId="{79CC72EF-47D6-455B-8707-37DFF3272A1E}" srcOrd="1" destOrd="0" presId="urn:microsoft.com/office/officeart/2005/8/layout/vList2"/>
    <dgm:cxn modelId="{6BC53BF7-063D-4B96-8028-7D4E3258096C}" type="presParOf" srcId="{4AC6C4EE-D318-4A81-87DF-C4BB517ADD06}" destId="{6532D8DD-AE18-4DCD-8399-D51FB9559C6C}" srcOrd="2" destOrd="0" presId="urn:microsoft.com/office/officeart/2005/8/layout/vList2"/>
    <dgm:cxn modelId="{78A91626-E905-4D08-902C-721DECD7DB63}" type="presParOf" srcId="{4AC6C4EE-D318-4A81-87DF-C4BB517ADD06}" destId="{B47DF489-079B-4AB4-A870-BB8CC87D4B4E}" srcOrd="3" destOrd="0" presId="urn:microsoft.com/office/officeart/2005/8/layout/vList2"/>
    <dgm:cxn modelId="{8A40577B-4CC9-48AF-8312-18418A73971D}" type="presParOf" srcId="{4AC6C4EE-D318-4A81-87DF-C4BB517ADD06}" destId="{48BF4BAD-0ADC-43B7-85D3-A3FE117ADEA0}" srcOrd="4" destOrd="0" presId="urn:microsoft.com/office/officeart/2005/8/layout/vList2"/>
    <dgm:cxn modelId="{F554FA13-05DA-44F4-ABB4-EFE3E9CBB266}" type="presParOf" srcId="{4AC6C4EE-D318-4A81-87DF-C4BB517ADD06}" destId="{787749CF-B7EA-4920-86B4-14A6E961D9AB}" srcOrd="5" destOrd="0" presId="urn:microsoft.com/office/officeart/2005/8/layout/vList2"/>
    <dgm:cxn modelId="{19BD6F1B-641D-43CB-ABDA-281EF984F1E5}" type="presParOf" srcId="{4AC6C4EE-D318-4A81-87DF-C4BB517ADD06}" destId="{FD41CA6E-59C1-42D3-B4D1-0BEAED11A9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1DA986-0D98-4025-94F0-B9579BBE4322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53E8A6A-A1DB-4E76-A9DC-50ED39D23756}">
      <dgm:prSet/>
      <dgm:spPr/>
      <dgm:t>
        <a:bodyPr/>
        <a:lstStyle/>
        <a:p>
          <a:r>
            <a:rPr lang="en-IN"/>
            <a:t>• Dataset: Superstore Sales Dataset(10,000+rows)</a:t>
          </a:r>
          <a:r>
            <a:rPr lang="en-US"/>
            <a:t>.</a:t>
          </a:r>
          <a:endParaRPr lang="en-IN"/>
        </a:p>
      </dgm:t>
    </dgm:pt>
    <dgm:pt modelId="{DAF6DB1B-138E-400A-A85F-302847B3FA33}" type="parTrans" cxnId="{48514BBE-A794-4B97-A76F-1A416E05729B}">
      <dgm:prSet/>
      <dgm:spPr/>
      <dgm:t>
        <a:bodyPr/>
        <a:lstStyle/>
        <a:p>
          <a:endParaRPr lang="en-IN"/>
        </a:p>
      </dgm:t>
    </dgm:pt>
    <dgm:pt modelId="{A47551B3-4903-4A4E-A9E5-91FA76290832}" type="sibTrans" cxnId="{48514BBE-A794-4B97-A76F-1A416E05729B}">
      <dgm:prSet/>
      <dgm:spPr/>
      <dgm:t>
        <a:bodyPr/>
        <a:lstStyle/>
        <a:p>
          <a:endParaRPr lang="en-IN"/>
        </a:p>
      </dgm:t>
    </dgm:pt>
    <dgm:pt modelId="{7C627AC1-5C70-4C0D-ACC0-E5DB3ED834CE}">
      <dgm:prSet/>
      <dgm:spPr/>
      <dgm:t>
        <a:bodyPr/>
        <a:lstStyle/>
        <a:p>
          <a:r>
            <a:rPr lang="en-IN"/>
            <a:t>• Covers orders, sales, profit, category, and regional data.</a:t>
          </a:r>
        </a:p>
      </dgm:t>
    </dgm:pt>
    <dgm:pt modelId="{8D26F458-15D8-4986-94D1-B0FDDB7C4CF3}" type="parTrans" cxnId="{87004A31-8358-4755-ADC0-AE9900ED24C9}">
      <dgm:prSet/>
      <dgm:spPr/>
      <dgm:t>
        <a:bodyPr/>
        <a:lstStyle/>
        <a:p>
          <a:endParaRPr lang="en-IN"/>
        </a:p>
      </dgm:t>
    </dgm:pt>
    <dgm:pt modelId="{0B456343-4265-4045-BF4C-47D3C948363A}" type="sibTrans" cxnId="{87004A31-8358-4755-ADC0-AE9900ED24C9}">
      <dgm:prSet/>
      <dgm:spPr/>
      <dgm:t>
        <a:bodyPr/>
        <a:lstStyle/>
        <a:p>
          <a:endParaRPr lang="en-IN"/>
        </a:p>
      </dgm:t>
    </dgm:pt>
    <dgm:pt modelId="{3F52530D-8583-49CA-B2EB-2FCB76BD20EB}">
      <dgm:prSet/>
      <dgm:spPr/>
      <dgm:t>
        <a:bodyPr/>
        <a:lstStyle/>
        <a:p>
          <a:r>
            <a:rPr lang="en-IN"/>
            <a:t>• Cleaned and prepared in Python before importing into Tableau.</a:t>
          </a:r>
        </a:p>
      </dgm:t>
    </dgm:pt>
    <dgm:pt modelId="{1C80DFC7-0C63-48BB-ADC4-360C4D312625}" type="parTrans" cxnId="{0084203A-02D3-43E6-802A-5A55A17FECCF}">
      <dgm:prSet/>
      <dgm:spPr/>
      <dgm:t>
        <a:bodyPr/>
        <a:lstStyle/>
        <a:p>
          <a:endParaRPr lang="en-IN"/>
        </a:p>
      </dgm:t>
    </dgm:pt>
    <dgm:pt modelId="{110F3229-17E1-4E76-80EC-3F7BEF6D64B5}" type="sibTrans" cxnId="{0084203A-02D3-43E6-802A-5A55A17FECCF}">
      <dgm:prSet/>
      <dgm:spPr/>
      <dgm:t>
        <a:bodyPr/>
        <a:lstStyle/>
        <a:p>
          <a:endParaRPr lang="en-IN"/>
        </a:p>
      </dgm:t>
    </dgm:pt>
    <dgm:pt modelId="{CBFF0070-950E-44AC-A223-1D1E81EB299E}">
      <dgm:prSet/>
      <dgm:spPr/>
      <dgm:t>
        <a:bodyPr/>
        <a:lstStyle/>
        <a:p>
          <a:r>
            <a:rPr lang="en-IN"/>
            <a:t>• Ensured no null values and consistent data formats for accurate visualization.</a:t>
          </a:r>
        </a:p>
      </dgm:t>
    </dgm:pt>
    <dgm:pt modelId="{615FD565-04FD-484C-8562-73A8C927BB73}" type="parTrans" cxnId="{61ED5B6C-B7C7-42A4-935E-D30604A9642D}">
      <dgm:prSet/>
      <dgm:spPr/>
      <dgm:t>
        <a:bodyPr/>
        <a:lstStyle/>
        <a:p>
          <a:endParaRPr lang="en-IN"/>
        </a:p>
      </dgm:t>
    </dgm:pt>
    <dgm:pt modelId="{4ED31D55-1278-4B08-9936-1B034B147B8A}" type="sibTrans" cxnId="{61ED5B6C-B7C7-42A4-935E-D30604A9642D}">
      <dgm:prSet/>
      <dgm:spPr/>
      <dgm:t>
        <a:bodyPr/>
        <a:lstStyle/>
        <a:p>
          <a:endParaRPr lang="en-IN"/>
        </a:p>
      </dgm:t>
    </dgm:pt>
    <dgm:pt modelId="{B9B130C9-6F72-4D3A-AF5C-DCB807E699C9}" type="pres">
      <dgm:prSet presAssocID="{BA1DA986-0D98-4025-94F0-B9579BBE4322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6F1D72E-5669-4306-971B-C1C1B21DAF46}" type="pres">
      <dgm:prSet presAssocID="{753E8A6A-A1DB-4E76-A9DC-50ED39D23756}" presName="circle1" presStyleLbl="node1" presStyleIdx="0" presStyleCnt="4"/>
      <dgm:spPr/>
    </dgm:pt>
    <dgm:pt modelId="{114AD423-D98A-488B-B29F-5ECFFD13D85F}" type="pres">
      <dgm:prSet presAssocID="{753E8A6A-A1DB-4E76-A9DC-50ED39D23756}" presName="space" presStyleCnt="0"/>
      <dgm:spPr/>
    </dgm:pt>
    <dgm:pt modelId="{765E7B28-4951-4193-9F80-6B320AC6F33E}" type="pres">
      <dgm:prSet presAssocID="{753E8A6A-A1DB-4E76-A9DC-50ED39D23756}" presName="rect1" presStyleLbl="alignAcc1" presStyleIdx="0" presStyleCnt="4"/>
      <dgm:spPr/>
    </dgm:pt>
    <dgm:pt modelId="{AED0C4E4-C22F-4693-99DD-B390F2C8F001}" type="pres">
      <dgm:prSet presAssocID="{7C627AC1-5C70-4C0D-ACC0-E5DB3ED834CE}" presName="vertSpace2" presStyleLbl="node1" presStyleIdx="0" presStyleCnt="4"/>
      <dgm:spPr/>
    </dgm:pt>
    <dgm:pt modelId="{75E769E1-5D68-46AE-A273-E6618ABA1D6B}" type="pres">
      <dgm:prSet presAssocID="{7C627AC1-5C70-4C0D-ACC0-E5DB3ED834CE}" presName="circle2" presStyleLbl="node1" presStyleIdx="1" presStyleCnt="4"/>
      <dgm:spPr/>
    </dgm:pt>
    <dgm:pt modelId="{36D95CC6-C4E7-4872-A0B6-11AC594265C5}" type="pres">
      <dgm:prSet presAssocID="{7C627AC1-5C70-4C0D-ACC0-E5DB3ED834CE}" presName="rect2" presStyleLbl="alignAcc1" presStyleIdx="1" presStyleCnt="4"/>
      <dgm:spPr/>
    </dgm:pt>
    <dgm:pt modelId="{21E3F00A-D7E4-4F4B-9D9D-26D6C28949E3}" type="pres">
      <dgm:prSet presAssocID="{3F52530D-8583-49CA-B2EB-2FCB76BD20EB}" presName="vertSpace3" presStyleLbl="node1" presStyleIdx="1" presStyleCnt="4"/>
      <dgm:spPr/>
    </dgm:pt>
    <dgm:pt modelId="{63810645-52F6-42F9-99CD-AA8102302562}" type="pres">
      <dgm:prSet presAssocID="{3F52530D-8583-49CA-B2EB-2FCB76BD20EB}" presName="circle3" presStyleLbl="node1" presStyleIdx="2" presStyleCnt="4"/>
      <dgm:spPr/>
    </dgm:pt>
    <dgm:pt modelId="{5E913B54-4290-4B1B-B47D-11FBD139C982}" type="pres">
      <dgm:prSet presAssocID="{3F52530D-8583-49CA-B2EB-2FCB76BD20EB}" presName="rect3" presStyleLbl="alignAcc1" presStyleIdx="2" presStyleCnt="4"/>
      <dgm:spPr/>
    </dgm:pt>
    <dgm:pt modelId="{1201D49E-A8EB-4C6A-81CD-09F440D1F6AE}" type="pres">
      <dgm:prSet presAssocID="{CBFF0070-950E-44AC-A223-1D1E81EB299E}" presName="vertSpace4" presStyleLbl="node1" presStyleIdx="2" presStyleCnt="4"/>
      <dgm:spPr/>
    </dgm:pt>
    <dgm:pt modelId="{6FCFBB2D-B6BB-45D4-B3EA-C5DC512AAA41}" type="pres">
      <dgm:prSet presAssocID="{CBFF0070-950E-44AC-A223-1D1E81EB299E}" presName="circle4" presStyleLbl="node1" presStyleIdx="3" presStyleCnt="4"/>
      <dgm:spPr/>
    </dgm:pt>
    <dgm:pt modelId="{4CDDA020-79C9-41B0-AF10-FEAC40898181}" type="pres">
      <dgm:prSet presAssocID="{CBFF0070-950E-44AC-A223-1D1E81EB299E}" presName="rect4" presStyleLbl="alignAcc1" presStyleIdx="3" presStyleCnt="4"/>
      <dgm:spPr/>
    </dgm:pt>
    <dgm:pt modelId="{B1C6BCD8-814D-4F63-801E-E86BE3DD3DFC}" type="pres">
      <dgm:prSet presAssocID="{753E8A6A-A1DB-4E76-A9DC-50ED39D23756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4960BBBF-29FA-4AE9-9301-E72BA909B7A2}" type="pres">
      <dgm:prSet presAssocID="{7C627AC1-5C70-4C0D-ACC0-E5DB3ED834CE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E7792DB4-B643-4D3B-BA62-128E6C5B458C}" type="pres">
      <dgm:prSet presAssocID="{3F52530D-8583-49CA-B2EB-2FCB76BD20EB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CCFCBAA1-EA56-4B9B-B177-E900F71E969F}" type="pres">
      <dgm:prSet presAssocID="{CBFF0070-950E-44AC-A223-1D1E81EB299E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F185C230-221D-4C39-94B8-58EC9B3F8E7F}" type="presOf" srcId="{3F52530D-8583-49CA-B2EB-2FCB76BD20EB}" destId="{5E913B54-4290-4B1B-B47D-11FBD139C982}" srcOrd="0" destOrd="0" presId="urn:microsoft.com/office/officeart/2005/8/layout/target3"/>
    <dgm:cxn modelId="{87004A31-8358-4755-ADC0-AE9900ED24C9}" srcId="{BA1DA986-0D98-4025-94F0-B9579BBE4322}" destId="{7C627AC1-5C70-4C0D-ACC0-E5DB3ED834CE}" srcOrd="1" destOrd="0" parTransId="{8D26F458-15D8-4986-94D1-B0FDDB7C4CF3}" sibTransId="{0B456343-4265-4045-BF4C-47D3C948363A}"/>
    <dgm:cxn modelId="{0084203A-02D3-43E6-802A-5A55A17FECCF}" srcId="{BA1DA986-0D98-4025-94F0-B9579BBE4322}" destId="{3F52530D-8583-49CA-B2EB-2FCB76BD20EB}" srcOrd="2" destOrd="0" parTransId="{1C80DFC7-0C63-48BB-ADC4-360C4D312625}" sibTransId="{110F3229-17E1-4E76-80EC-3F7BEF6D64B5}"/>
    <dgm:cxn modelId="{44A5D844-CC36-4925-82AA-C879DDC82106}" type="presOf" srcId="{753E8A6A-A1DB-4E76-A9DC-50ED39D23756}" destId="{B1C6BCD8-814D-4F63-801E-E86BE3DD3DFC}" srcOrd="1" destOrd="0" presId="urn:microsoft.com/office/officeart/2005/8/layout/target3"/>
    <dgm:cxn modelId="{884B4068-062C-4173-8D2A-812156249D32}" type="presOf" srcId="{753E8A6A-A1DB-4E76-A9DC-50ED39D23756}" destId="{765E7B28-4951-4193-9F80-6B320AC6F33E}" srcOrd="0" destOrd="0" presId="urn:microsoft.com/office/officeart/2005/8/layout/target3"/>
    <dgm:cxn modelId="{61ED5B6C-B7C7-42A4-935E-D30604A9642D}" srcId="{BA1DA986-0D98-4025-94F0-B9579BBE4322}" destId="{CBFF0070-950E-44AC-A223-1D1E81EB299E}" srcOrd="3" destOrd="0" parTransId="{615FD565-04FD-484C-8562-73A8C927BB73}" sibTransId="{4ED31D55-1278-4B08-9936-1B034B147B8A}"/>
    <dgm:cxn modelId="{895EEB6E-14C1-4F7B-B77D-0482F535B839}" type="presOf" srcId="{3F52530D-8583-49CA-B2EB-2FCB76BD20EB}" destId="{E7792DB4-B643-4D3B-BA62-128E6C5B458C}" srcOrd="1" destOrd="0" presId="urn:microsoft.com/office/officeart/2005/8/layout/target3"/>
    <dgm:cxn modelId="{1F213371-6DC8-4539-B26B-2F96D71B3C43}" type="presOf" srcId="{CBFF0070-950E-44AC-A223-1D1E81EB299E}" destId="{CCFCBAA1-EA56-4B9B-B177-E900F71E969F}" srcOrd="1" destOrd="0" presId="urn:microsoft.com/office/officeart/2005/8/layout/target3"/>
    <dgm:cxn modelId="{623B0479-ED00-4E08-8DA4-7EAEDD112799}" type="presOf" srcId="{7C627AC1-5C70-4C0D-ACC0-E5DB3ED834CE}" destId="{4960BBBF-29FA-4AE9-9301-E72BA909B7A2}" srcOrd="1" destOrd="0" presId="urn:microsoft.com/office/officeart/2005/8/layout/target3"/>
    <dgm:cxn modelId="{64CB4AB1-2BA4-4A48-8BE4-D1B534CC3E5E}" type="presOf" srcId="{CBFF0070-950E-44AC-A223-1D1E81EB299E}" destId="{4CDDA020-79C9-41B0-AF10-FEAC40898181}" srcOrd="0" destOrd="0" presId="urn:microsoft.com/office/officeart/2005/8/layout/target3"/>
    <dgm:cxn modelId="{04C065BB-B278-45C9-B19B-7C18C623F7CC}" type="presOf" srcId="{BA1DA986-0D98-4025-94F0-B9579BBE4322}" destId="{B9B130C9-6F72-4D3A-AF5C-DCB807E699C9}" srcOrd="0" destOrd="0" presId="urn:microsoft.com/office/officeart/2005/8/layout/target3"/>
    <dgm:cxn modelId="{48514BBE-A794-4B97-A76F-1A416E05729B}" srcId="{BA1DA986-0D98-4025-94F0-B9579BBE4322}" destId="{753E8A6A-A1DB-4E76-A9DC-50ED39D23756}" srcOrd="0" destOrd="0" parTransId="{DAF6DB1B-138E-400A-A85F-302847B3FA33}" sibTransId="{A47551B3-4903-4A4E-A9E5-91FA76290832}"/>
    <dgm:cxn modelId="{956CB7E1-FE9E-4373-8694-2F38EC773C2C}" type="presOf" srcId="{7C627AC1-5C70-4C0D-ACC0-E5DB3ED834CE}" destId="{36D95CC6-C4E7-4872-A0B6-11AC594265C5}" srcOrd="0" destOrd="0" presId="urn:microsoft.com/office/officeart/2005/8/layout/target3"/>
    <dgm:cxn modelId="{DC303254-3F5E-4478-858E-6F5B24DE61F4}" type="presParOf" srcId="{B9B130C9-6F72-4D3A-AF5C-DCB807E699C9}" destId="{46F1D72E-5669-4306-971B-C1C1B21DAF46}" srcOrd="0" destOrd="0" presId="urn:microsoft.com/office/officeart/2005/8/layout/target3"/>
    <dgm:cxn modelId="{227A9AD2-0316-479E-A648-CE5FC1E96E00}" type="presParOf" srcId="{B9B130C9-6F72-4D3A-AF5C-DCB807E699C9}" destId="{114AD423-D98A-488B-B29F-5ECFFD13D85F}" srcOrd="1" destOrd="0" presId="urn:microsoft.com/office/officeart/2005/8/layout/target3"/>
    <dgm:cxn modelId="{396C7982-8DB3-4BC2-B924-670BE72C5338}" type="presParOf" srcId="{B9B130C9-6F72-4D3A-AF5C-DCB807E699C9}" destId="{765E7B28-4951-4193-9F80-6B320AC6F33E}" srcOrd="2" destOrd="0" presId="urn:microsoft.com/office/officeart/2005/8/layout/target3"/>
    <dgm:cxn modelId="{42214E7B-3C93-4DF5-BA0B-EE700EF4B719}" type="presParOf" srcId="{B9B130C9-6F72-4D3A-AF5C-DCB807E699C9}" destId="{AED0C4E4-C22F-4693-99DD-B390F2C8F001}" srcOrd="3" destOrd="0" presId="urn:microsoft.com/office/officeart/2005/8/layout/target3"/>
    <dgm:cxn modelId="{CDF69724-0BA8-4E86-9F32-1B0A4FC74561}" type="presParOf" srcId="{B9B130C9-6F72-4D3A-AF5C-DCB807E699C9}" destId="{75E769E1-5D68-46AE-A273-E6618ABA1D6B}" srcOrd="4" destOrd="0" presId="urn:microsoft.com/office/officeart/2005/8/layout/target3"/>
    <dgm:cxn modelId="{F2842181-F9E2-4125-87E2-CAF6C3375863}" type="presParOf" srcId="{B9B130C9-6F72-4D3A-AF5C-DCB807E699C9}" destId="{36D95CC6-C4E7-4872-A0B6-11AC594265C5}" srcOrd="5" destOrd="0" presId="urn:microsoft.com/office/officeart/2005/8/layout/target3"/>
    <dgm:cxn modelId="{B4A75F67-BCEE-4A00-846D-F5D30C3B3B21}" type="presParOf" srcId="{B9B130C9-6F72-4D3A-AF5C-DCB807E699C9}" destId="{21E3F00A-D7E4-4F4B-9D9D-26D6C28949E3}" srcOrd="6" destOrd="0" presId="urn:microsoft.com/office/officeart/2005/8/layout/target3"/>
    <dgm:cxn modelId="{CA6330E3-A604-46E3-A487-3C51052DD23D}" type="presParOf" srcId="{B9B130C9-6F72-4D3A-AF5C-DCB807E699C9}" destId="{63810645-52F6-42F9-99CD-AA8102302562}" srcOrd="7" destOrd="0" presId="urn:microsoft.com/office/officeart/2005/8/layout/target3"/>
    <dgm:cxn modelId="{13E4E271-C1B0-4FD8-9AD9-7D7A862D1F50}" type="presParOf" srcId="{B9B130C9-6F72-4D3A-AF5C-DCB807E699C9}" destId="{5E913B54-4290-4B1B-B47D-11FBD139C982}" srcOrd="8" destOrd="0" presId="urn:microsoft.com/office/officeart/2005/8/layout/target3"/>
    <dgm:cxn modelId="{AFB04C5D-91E8-4B8B-8A6F-808272F648A6}" type="presParOf" srcId="{B9B130C9-6F72-4D3A-AF5C-DCB807E699C9}" destId="{1201D49E-A8EB-4C6A-81CD-09F440D1F6AE}" srcOrd="9" destOrd="0" presId="urn:microsoft.com/office/officeart/2005/8/layout/target3"/>
    <dgm:cxn modelId="{B11B3326-520E-457D-9803-A47096EF6E72}" type="presParOf" srcId="{B9B130C9-6F72-4D3A-AF5C-DCB807E699C9}" destId="{6FCFBB2D-B6BB-45D4-B3EA-C5DC512AAA41}" srcOrd="10" destOrd="0" presId="urn:microsoft.com/office/officeart/2005/8/layout/target3"/>
    <dgm:cxn modelId="{FDF1C553-AA9D-4823-A0D1-626FF4719F04}" type="presParOf" srcId="{B9B130C9-6F72-4D3A-AF5C-DCB807E699C9}" destId="{4CDDA020-79C9-41B0-AF10-FEAC40898181}" srcOrd="11" destOrd="0" presId="urn:microsoft.com/office/officeart/2005/8/layout/target3"/>
    <dgm:cxn modelId="{8A19A16B-B8C0-4801-AEC6-8BF2F25A2113}" type="presParOf" srcId="{B9B130C9-6F72-4D3A-AF5C-DCB807E699C9}" destId="{B1C6BCD8-814D-4F63-801E-E86BE3DD3DFC}" srcOrd="12" destOrd="0" presId="urn:microsoft.com/office/officeart/2005/8/layout/target3"/>
    <dgm:cxn modelId="{2A13991C-017B-4DF2-9621-B9F9BB83414C}" type="presParOf" srcId="{B9B130C9-6F72-4D3A-AF5C-DCB807E699C9}" destId="{4960BBBF-29FA-4AE9-9301-E72BA909B7A2}" srcOrd="13" destOrd="0" presId="urn:microsoft.com/office/officeart/2005/8/layout/target3"/>
    <dgm:cxn modelId="{7461FD8F-D173-43C6-BFB3-6B9AB8426A65}" type="presParOf" srcId="{B9B130C9-6F72-4D3A-AF5C-DCB807E699C9}" destId="{E7792DB4-B643-4D3B-BA62-128E6C5B458C}" srcOrd="14" destOrd="0" presId="urn:microsoft.com/office/officeart/2005/8/layout/target3"/>
    <dgm:cxn modelId="{EF40F8D6-9DAC-4885-B07B-95A43BF7EB3F}" type="presParOf" srcId="{B9B130C9-6F72-4D3A-AF5C-DCB807E699C9}" destId="{CCFCBAA1-EA56-4B9B-B177-E900F71E969F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0EB374-5377-4EF7-B713-C83B076F497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2E49264-51EF-4A37-A2D0-320642DAFA39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• Key Performance Indicators (KPIs):</a:t>
          </a:r>
        </a:p>
      </dgm:t>
    </dgm:pt>
    <dgm:pt modelId="{2B5F9DF7-C500-469A-A752-FCB18DE24177}" type="parTrans" cxnId="{76927B67-FC63-4FC0-B22E-3D3152633744}">
      <dgm:prSet/>
      <dgm:spPr/>
      <dgm:t>
        <a:bodyPr/>
        <a:lstStyle/>
        <a:p>
          <a:endParaRPr lang="en-IN"/>
        </a:p>
      </dgm:t>
    </dgm:pt>
    <dgm:pt modelId="{C8BDBCC0-E503-43CD-9DDB-7FF299E019B4}" type="sibTrans" cxnId="{76927B67-FC63-4FC0-B22E-3D3152633744}">
      <dgm:prSet/>
      <dgm:spPr/>
      <dgm:t>
        <a:bodyPr/>
        <a:lstStyle/>
        <a:p>
          <a:endParaRPr lang="en-IN"/>
        </a:p>
      </dgm:t>
    </dgm:pt>
    <dgm:pt modelId="{E24BCB10-C3AF-421C-9ACE-08F578F499ED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- Total Sales</a:t>
          </a:r>
        </a:p>
      </dgm:t>
    </dgm:pt>
    <dgm:pt modelId="{18D3DCF4-AC5C-43EC-99B0-387652A4E38B}" type="parTrans" cxnId="{9D098CCB-66DD-4CF0-971E-5D8BE0453A27}">
      <dgm:prSet/>
      <dgm:spPr/>
      <dgm:t>
        <a:bodyPr/>
        <a:lstStyle/>
        <a:p>
          <a:endParaRPr lang="en-IN"/>
        </a:p>
      </dgm:t>
    </dgm:pt>
    <dgm:pt modelId="{E9368ADD-9CA5-44E5-8E0A-3C04A328CB44}" type="sibTrans" cxnId="{9D098CCB-66DD-4CF0-971E-5D8BE0453A27}">
      <dgm:prSet/>
      <dgm:spPr/>
      <dgm:t>
        <a:bodyPr/>
        <a:lstStyle/>
        <a:p>
          <a:endParaRPr lang="en-IN"/>
        </a:p>
      </dgm:t>
    </dgm:pt>
    <dgm:pt modelId="{1E80C9D3-7CE4-4373-AE7C-F05CE2A1E6D3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- Total Profit</a:t>
          </a:r>
        </a:p>
      </dgm:t>
    </dgm:pt>
    <dgm:pt modelId="{26F0BF13-E497-4794-BDC0-1D079FE5BA2D}" type="parTrans" cxnId="{1E7D2580-2C2F-4BAB-B806-C276F0CA8027}">
      <dgm:prSet/>
      <dgm:spPr/>
      <dgm:t>
        <a:bodyPr/>
        <a:lstStyle/>
        <a:p>
          <a:endParaRPr lang="en-IN"/>
        </a:p>
      </dgm:t>
    </dgm:pt>
    <dgm:pt modelId="{2B3851D5-1197-4F0E-A872-AACF0C2C14D6}" type="sibTrans" cxnId="{1E7D2580-2C2F-4BAB-B806-C276F0CA8027}">
      <dgm:prSet/>
      <dgm:spPr/>
      <dgm:t>
        <a:bodyPr/>
        <a:lstStyle/>
        <a:p>
          <a:endParaRPr lang="en-IN"/>
        </a:p>
      </dgm:t>
    </dgm:pt>
    <dgm:pt modelId="{0EAE5861-1E35-4F70-AF3D-A2D66D499B69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- Profit Margin (%)</a:t>
          </a:r>
        </a:p>
      </dgm:t>
    </dgm:pt>
    <dgm:pt modelId="{9E7362E3-6E5C-4FDA-9170-6A841F5BA1EE}" type="parTrans" cxnId="{0A610A27-70BE-4A59-90B8-B989AA78F987}">
      <dgm:prSet/>
      <dgm:spPr/>
      <dgm:t>
        <a:bodyPr/>
        <a:lstStyle/>
        <a:p>
          <a:endParaRPr lang="en-IN"/>
        </a:p>
      </dgm:t>
    </dgm:pt>
    <dgm:pt modelId="{26092921-EDF5-4D1E-B22D-785084583FD1}" type="sibTrans" cxnId="{0A610A27-70BE-4A59-90B8-B989AA78F987}">
      <dgm:prSet/>
      <dgm:spPr/>
      <dgm:t>
        <a:bodyPr/>
        <a:lstStyle/>
        <a:p>
          <a:endParaRPr lang="en-IN"/>
        </a:p>
      </dgm:t>
    </dgm:pt>
    <dgm:pt modelId="{25CBFC51-8AD9-4BC1-AAC4-66A4998C1581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- Total Orders</a:t>
          </a:r>
        </a:p>
      </dgm:t>
    </dgm:pt>
    <dgm:pt modelId="{A651EABF-1B54-4220-93BD-50754564AFAB}" type="parTrans" cxnId="{463A9398-7F9A-44E1-9BD5-0E09CA581797}">
      <dgm:prSet/>
      <dgm:spPr/>
      <dgm:t>
        <a:bodyPr/>
        <a:lstStyle/>
        <a:p>
          <a:endParaRPr lang="en-IN"/>
        </a:p>
      </dgm:t>
    </dgm:pt>
    <dgm:pt modelId="{291C28A7-2A30-4AC6-A0BF-28A5D8284014}" type="sibTrans" cxnId="{463A9398-7F9A-44E1-9BD5-0E09CA581797}">
      <dgm:prSet/>
      <dgm:spPr/>
      <dgm:t>
        <a:bodyPr/>
        <a:lstStyle/>
        <a:p>
          <a:endParaRPr lang="en-IN"/>
        </a:p>
      </dgm:t>
    </dgm:pt>
    <dgm:pt modelId="{1935B1B3-6F8E-45B3-875D-8671D16B337F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• Visuals Included:</a:t>
          </a:r>
        </a:p>
      </dgm:t>
    </dgm:pt>
    <dgm:pt modelId="{C5729BDD-5801-4CC1-8113-4F24EB10520E}" type="parTrans" cxnId="{3C7FB7B7-4676-477F-B3BB-BEF96FE667D9}">
      <dgm:prSet/>
      <dgm:spPr/>
      <dgm:t>
        <a:bodyPr/>
        <a:lstStyle/>
        <a:p>
          <a:endParaRPr lang="en-IN"/>
        </a:p>
      </dgm:t>
    </dgm:pt>
    <dgm:pt modelId="{968D74CB-73DE-4D91-AF87-07BF5056B786}" type="sibTrans" cxnId="{3C7FB7B7-4676-477F-B3BB-BEF96FE667D9}">
      <dgm:prSet/>
      <dgm:spPr/>
      <dgm:t>
        <a:bodyPr/>
        <a:lstStyle/>
        <a:p>
          <a:endParaRPr lang="en-IN"/>
        </a:p>
      </dgm:t>
    </dgm:pt>
    <dgm:pt modelId="{BBC910D1-CCE3-4B41-91D9-9D1C9EECA911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 dirty="0"/>
            <a:t>- Sales by Category and Region</a:t>
          </a:r>
        </a:p>
      </dgm:t>
    </dgm:pt>
    <dgm:pt modelId="{EAA1B86C-6B42-4673-A622-7492BCEB5C5A}" type="parTrans" cxnId="{C9243C5B-930A-4044-9238-A0C077CDE89F}">
      <dgm:prSet/>
      <dgm:spPr/>
      <dgm:t>
        <a:bodyPr/>
        <a:lstStyle/>
        <a:p>
          <a:endParaRPr lang="en-IN"/>
        </a:p>
      </dgm:t>
    </dgm:pt>
    <dgm:pt modelId="{0CC97F2C-FFC0-4182-9DA4-9F2659FFFF52}" type="sibTrans" cxnId="{C9243C5B-930A-4044-9238-A0C077CDE89F}">
      <dgm:prSet/>
      <dgm:spPr/>
      <dgm:t>
        <a:bodyPr/>
        <a:lstStyle/>
        <a:p>
          <a:endParaRPr lang="en-IN"/>
        </a:p>
      </dgm:t>
    </dgm:pt>
    <dgm:pt modelId="{9EADD8B5-4500-4234-BF99-EBCEC3DB9F37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/>
            <a:t>- Monthly Sales Trend</a:t>
          </a:r>
        </a:p>
      </dgm:t>
    </dgm:pt>
    <dgm:pt modelId="{28A8171C-007F-44AC-A3EC-8D9DFFCDAFB8}" type="parTrans" cxnId="{D875910F-7030-4EE8-8793-F4C327A1EDED}">
      <dgm:prSet/>
      <dgm:spPr/>
      <dgm:t>
        <a:bodyPr/>
        <a:lstStyle/>
        <a:p>
          <a:endParaRPr lang="en-IN"/>
        </a:p>
      </dgm:t>
    </dgm:pt>
    <dgm:pt modelId="{893D5E3D-80B5-45B9-8678-A4E60435DFBE}" type="sibTrans" cxnId="{D875910F-7030-4EE8-8793-F4C327A1EDED}">
      <dgm:prSet/>
      <dgm:spPr/>
      <dgm:t>
        <a:bodyPr/>
        <a:lstStyle/>
        <a:p>
          <a:endParaRPr lang="en-IN"/>
        </a:p>
      </dgm:t>
    </dgm:pt>
    <dgm:pt modelId="{C96E38A6-DDFE-4033-BA46-483E9D412EC9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 dirty="0"/>
            <a:t>- Top 10 Sub-Categories by Sales</a:t>
          </a:r>
        </a:p>
      </dgm:t>
    </dgm:pt>
    <dgm:pt modelId="{05CB9625-270C-4014-9696-F8537130464B}" type="parTrans" cxnId="{4E65F0BC-4C85-4A0C-B322-006A084DD7A4}">
      <dgm:prSet/>
      <dgm:spPr/>
      <dgm:t>
        <a:bodyPr/>
        <a:lstStyle/>
        <a:p>
          <a:endParaRPr lang="en-IN"/>
        </a:p>
      </dgm:t>
    </dgm:pt>
    <dgm:pt modelId="{77B12FBA-F2C1-4698-B4F7-987A66C859C8}" type="sibTrans" cxnId="{4E65F0BC-4C85-4A0C-B322-006A084DD7A4}">
      <dgm:prSet/>
      <dgm:spPr/>
      <dgm:t>
        <a:bodyPr/>
        <a:lstStyle/>
        <a:p>
          <a:endParaRPr lang="en-IN"/>
        </a:p>
      </dgm:t>
    </dgm:pt>
    <dgm:pt modelId="{0A2FA47B-77C6-43D2-9E64-70992A7D321A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 dirty="0"/>
            <a:t>- Sales vs Profit Correlation</a:t>
          </a:r>
        </a:p>
      </dgm:t>
    </dgm:pt>
    <dgm:pt modelId="{359CFC10-6C2B-4BD1-A675-8D826BA46385}" type="parTrans" cxnId="{EA7B5F95-6D7D-4345-A54A-069784CEABF0}">
      <dgm:prSet/>
      <dgm:spPr/>
      <dgm:t>
        <a:bodyPr/>
        <a:lstStyle/>
        <a:p>
          <a:endParaRPr lang="en-IN"/>
        </a:p>
      </dgm:t>
    </dgm:pt>
    <dgm:pt modelId="{BBBEC38E-F47A-46CB-B066-DD648110C15B}" type="sibTrans" cxnId="{EA7B5F95-6D7D-4345-A54A-069784CEABF0}">
      <dgm:prSet/>
      <dgm:spPr/>
      <dgm:t>
        <a:bodyPr/>
        <a:lstStyle/>
        <a:p>
          <a:endParaRPr lang="en-IN"/>
        </a:p>
      </dgm:t>
    </dgm:pt>
    <dgm:pt modelId="{4624016E-B571-4718-8816-A614475EC7C3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IN" dirty="0"/>
            <a:t>• Dashboard Title: The Growth Matrix</a:t>
          </a:r>
        </a:p>
      </dgm:t>
    </dgm:pt>
    <dgm:pt modelId="{161E14B1-9CAD-4D2B-AF5B-631D86137C70}" type="parTrans" cxnId="{130F6AC3-5AAE-4759-AB6D-BC8ED5221BA4}">
      <dgm:prSet/>
      <dgm:spPr/>
      <dgm:t>
        <a:bodyPr/>
        <a:lstStyle/>
        <a:p>
          <a:endParaRPr lang="en-IN"/>
        </a:p>
      </dgm:t>
    </dgm:pt>
    <dgm:pt modelId="{3596E1B9-3D34-4562-8DEC-92DE2C631BC4}" type="sibTrans" cxnId="{130F6AC3-5AAE-4759-AB6D-BC8ED5221BA4}">
      <dgm:prSet/>
      <dgm:spPr/>
      <dgm:t>
        <a:bodyPr/>
        <a:lstStyle/>
        <a:p>
          <a:endParaRPr lang="en-IN"/>
        </a:p>
      </dgm:t>
    </dgm:pt>
    <dgm:pt modelId="{1A61F15E-C009-4269-A8E4-24CC39E0AC53}" type="pres">
      <dgm:prSet presAssocID="{7A0EB374-5377-4EF7-B713-C83B076F497F}" presName="linear" presStyleCnt="0">
        <dgm:presLayoutVars>
          <dgm:animLvl val="lvl"/>
          <dgm:resizeHandles val="exact"/>
        </dgm:presLayoutVars>
      </dgm:prSet>
      <dgm:spPr/>
    </dgm:pt>
    <dgm:pt modelId="{AE3D62C1-9C16-474C-BBC5-D53BDB71FEEE}" type="pres">
      <dgm:prSet presAssocID="{B2E49264-51EF-4A37-A2D0-320642DAFA39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BB392B05-897D-4C90-8BF6-18EE84863D76}" type="pres">
      <dgm:prSet presAssocID="{C8BDBCC0-E503-43CD-9DDB-7FF299E019B4}" presName="spacer" presStyleCnt="0"/>
      <dgm:spPr/>
    </dgm:pt>
    <dgm:pt modelId="{CD8E2726-8B29-466B-B48D-93B56367D1BE}" type="pres">
      <dgm:prSet presAssocID="{E24BCB10-C3AF-421C-9ACE-08F578F499ED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774B4F85-6C71-4343-B5C4-7BBD89ACE550}" type="pres">
      <dgm:prSet presAssocID="{E9368ADD-9CA5-44E5-8E0A-3C04A328CB44}" presName="spacer" presStyleCnt="0"/>
      <dgm:spPr/>
    </dgm:pt>
    <dgm:pt modelId="{86C33F85-6778-43C7-8779-62713B0357A2}" type="pres">
      <dgm:prSet presAssocID="{1E80C9D3-7CE4-4373-AE7C-F05CE2A1E6D3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AE72C836-7CA4-46EB-B43C-0E2EA911A2E8}" type="pres">
      <dgm:prSet presAssocID="{2B3851D5-1197-4F0E-A872-AACF0C2C14D6}" presName="spacer" presStyleCnt="0"/>
      <dgm:spPr/>
    </dgm:pt>
    <dgm:pt modelId="{8DE02944-8D63-489F-BDFF-F33C9C26C400}" type="pres">
      <dgm:prSet presAssocID="{0EAE5861-1E35-4F70-AF3D-A2D66D499B69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208162EE-A72A-4C5B-AE91-BC4866AD93FF}" type="pres">
      <dgm:prSet presAssocID="{26092921-EDF5-4D1E-B22D-785084583FD1}" presName="spacer" presStyleCnt="0"/>
      <dgm:spPr/>
    </dgm:pt>
    <dgm:pt modelId="{C88A809C-0BB7-4D9D-BE36-5601E5E72203}" type="pres">
      <dgm:prSet presAssocID="{25CBFC51-8AD9-4BC1-AAC4-66A4998C1581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1F077A90-25F7-4382-8560-F301D0C5CA75}" type="pres">
      <dgm:prSet presAssocID="{291C28A7-2A30-4AC6-A0BF-28A5D8284014}" presName="spacer" presStyleCnt="0"/>
      <dgm:spPr/>
    </dgm:pt>
    <dgm:pt modelId="{D458E263-20D3-40C4-B327-55EF5679AD8F}" type="pres">
      <dgm:prSet presAssocID="{1935B1B3-6F8E-45B3-875D-8671D16B337F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F286616C-438D-4721-908E-077D428FC587}" type="pres">
      <dgm:prSet presAssocID="{968D74CB-73DE-4D91-AF87-07BF5056B786}" presName="spacer" presStyleCnt="0"/>
      <dgm:spPr/>
    </dgm:pt>
    <dgm:pt modelId="{37927628-6C8B-4058-BEFF-5A328135BDC5}" type="pres">
      <dgm:prSet presAssocID="{BBC910D1-CCE3-4B41-91D9-9D1C9EECA911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95C4D09C-F4CB-49E4-95B1-D961D34E654D}" type="pres">
      <dgm:prSet presAssocID="{0CC97F2C-FFC0-4182-9DA4-9F2659FFFF52}" presName="spacer" presStyleCnt="0"/>
      <dgm:spPr/>
    </dgm:pt>
    <dgm:pt modelId="{AF02AAC0-0AF2-4478-95C1-3CE738054D72}" type="pres">
      <dgm:prSet presAssocID="{9EADD8B5-4500-4234-BF99-EBCEC3DB9F37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F635F05D-52C4-4E92-BC5A-B9CB72054B93}" type="pres">
      <dgm:prSet presAssocID="{893D5E3D-80B5-45B9-8678-A4E60435DFBE}" presName="spacer" presStyleCnt="0"/>
      <dgm:spPr/>
    </dgm:pt>
    <dgm:pt modelId="{29575F5B-48B4-45A3-AE17-545DF759F70F}" type="pres">
      <dgm:prSet presAssocID="{C96E38A6-DDFE-4033-BA46-483E9D412EC9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AF104753-A2F0-4DD9-8B53-6C564E4160A8}" type="pres">
      <dgm:prSet presAssocID="{77B12FBA-F2C1-4698-B4F7-987A66C859C8}" presName="spacer" presStyleCnt="0"/>
      <dgm:spPr/>
    </dgm:pt>
    <dgm:pt modelId="{485F9A70-E949-4996-B991-F4E44ACA0313}" type="pres">
      <dgm:prSet presAssocID="{0A2FA47B-77C6-43D2-9E64-70992A7D321A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C555B285-A24D-452B-B57E-8CB2BC1511DB}" type="pres">
      <dgm:prSet presAssocID="{BBBEC38E-F47A-46CB-B066-DD648110C15B}" presName="spacer" presStyleCnt="0"/>
      <dgm:spPr/>
    </dgm:pt>
    <dgm:pt modelId="{A7A4EFD1-3C8D-4965-A9FE-D2A9C5F45A9A}" type="pres">
      <dgm:prSet presAssocID="{4624016E-B571-4718-8816-A614475EC7C3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D875910F-7030-4EE8-8793-F4C327A1EDED}" srcId="{7A0EB374-5377-4EF7-B713-C83B076F497F}" destId="{9EADD8B5-4500-4234-BF99-EBCEC3DB9F37}" srcOrd="7" destOrd="0" parTransId="{28A8171C-007F-44AC-A3EC-8D9DFFCDAFB8}" sibTransId="{893D5E3D-80B5-45B9-8678-A4E60435DFBE}"/>
    <dgm:cxn modelId="{0A610A27-70BE-4A59-90B8-B989AA78F987}" srcId="{7A0EB374-5377-4EF7-B713-C83B076F497F}" destId="{0EAE5861-1E35-4F70-AF3D-A2D66D499B69}" srcOrd="3" destOrd="0" parTransId="{9E7362E3-6E5C-4FDA-9170-6A841F5BA1EE}" sibTransId="{26092921-EDF5-4D1E-B22D-785084583FD1}"/>
    <dgm:cxn modelId="{D8DEBF2A-0242-41FB-A815-4CC150AAB511}" type="presOf" srcId="{4624016E-B571-4718-8816-A614475EC7C3}" destId="{A7A4EFD1-3C8D-4965-A9FE-D2A9C5F45A9A}" srcOrd="0" destOrd="0" presId="urn:microsoft.com/office/officeart/2005/8/layout/vList2"/>
    <dgm:cxn modelId="{C9243C5B-930A-4044-9238-A0C077CDE89F}" srcId="{7A0EB374-5377-4EF7-B713-C83B076F497F}" destId="{BBC910D1-CCE3-4B41-91D9-9D1C9EECA911}" srcOrd="6" destOrd="0" parTransId="{EAA1B86C-6B42-4673-A622-7492BCEB5C5A}" sibTransId="{0CC97F2C-FFC0-4182-9DA4-9F2659FFFF52}"/>
    <dgm:cxn modelId="{72DD9065-33C1-42E3-A51E-765ADEB011DC}" type="presOf" srcId="{E24BCB10-C3AF-421C-9ACE-08F578F499ED}" destId="{CD8E2726-8B29-466B-B48D-93B56367D1BE}" srcOrd="0" destOrd="0" presId="urn:microsoft.com/office/officeart/2005/8/layout/vList2"/>
    <dgm:cxn modelId="{76927B67-FC63-4FC0-B22E-3D3152633744}" srcId="{7A0EB374-5377-4EF7-B713-C83B076F497F}" destId="{B2E49264-51EF-4A37-A2D0-320642DAFA39}" srcOrd="0" destOrd="0" parTransId="{2B5F9DF7-C500-469A-A752-FCB18DE24177}" sibTransId="{C8BDBCC0-E503-43CD-9DDB-7FF299E019B4}"/>
    <dgm:cxn modelId="{2C5E3F6D-AD2F-4CE0-A095-E6334E79A7DD}" type="presOf" srcId="{BBC910D1-CCE3-4B41-91D9-9D1C9EECA911}" destId="{37927628-6C8B-4058-BEFF-5A328135BDC5}" srcOrd="0" destOrd="0" presId="urn:microsoft.com/office/officeart/2005/8/layout/vList2"/>
    <dgm:cxn modelId="{E3D59351-2FB1-4E5D-9981-EFBDB1768774}" type="presOf" srcId="{9EADD8B5-4500-4234-BF99-EBCEC3DB9F37}" destId="{AF02AAC0-0AF2-4478-95C1-3CE738054D72}" srcOrd="0" destOrd="0" presId="urn:microsoft.com/office/officeart/2005/8/layout/vList2"/>
    <dgm:cxn modelId="{C4094A5A-6D2C-45D2-BDC0-E47140B4C70E}" type="presOf" srcId="{1E80C9D3-7CE4-4373-AE7C-F05CE2A1E6D3}" destId="{86C33F85-6778-43C7-8779-62713B0357A2}" srcOrd="0" destOrd="0" presId="urn:microsoft.com/office/officeart/2005/8/layout/vList2"/>
    <dgm:cxn modelId="{1E7D2580-2C2F-4BAB-B806-C276F0CA8027}" srcId="{7A0EB374-5377-4EF7-B713-C83B076F497F}" destId="{1E80C9D3-7CE4-4373-AE7C-F05CE2A1E6D3}" srcOrd="2" destOrd="0" parTransId="{26F0BF13-E497-4794-BDC0-1D079FE5BA2D}" sibTransId="{2B3851D5-1197-4F0E-A872-AACF0C2C14D6}"/>
    <dgm:cxn modelId="{56CC6E85-6E81-4E4A-A89F-C60AB486731B}" type="presOf" srcId="{7A0EB374-5377-4EF7-B713-C83B076F497F}" destId="{1A61F15E-C009-4269-A8E4-24CC39E0AC53}" srcOrd="0" destOrd="0" presId="urn:microsoft.com/office/officeart/2005/8/layout/vList2"/>
    <dgm:cxn modelId="{5D655B86-F756-4526-8D7D-CD2477583C66}" type="presOf" srcId="{C96E38A6-DDFE-4033-BA46-483E9D412EC9}" destId="{29575F5B-48B4-45A3-AE17-545DF759F70F}" srcOrd="0" destOrd="0" presId="urn:microsoft.com/office/officeart/2005/8/layout/vList2"/>
    <dgm:cxn modelId="{EA7B5F95-6D7D-4345-A54A-069784CEABF0}" srcId="{7A0EB374-5377-4EF7-B713-C83B076F497F}" destId="{0A2FA47B-77C6-43D2-9E64-70992A7D321A}" srcOrd="9" destOrd="0" parTransId="{359CFC10-6C2B-4BD1-A675-8D826BA46385}" sibTransId="{BBBEC38E-F47A-46CB-B066-DD648110C15B}"/>
    <dgm:cxn modelId="{32B36498-376C-48FE-81AA-8EB097F2656C}" type="presOf" srcId="{0A2FA47B-77C6-43D2-9E64-70992A7D321A}" destId="{485F9A70-E949-4996-B991-F4E44ACA0313}" srcOrd="0" destOrd="0" presId="urn:microsoft.com/office/officeart/2005/8/layout/vList2"/>
    <dgm:cxn modelId="{463A9398-7F9A-44E1-9BD5-0E09CA581797}" srcId="{7A0EB374-5377-4EF7-B713-C83B076F497F}" destId="{25CBFC51-8AD9-4BC1-AAC4-66A4998C1581}" srcOrd="4" destOrd="0" parTransId="{A651EABF-1B54-4220-93BD-50754564AFAB}" sibTransId="{291C28A7-2A30-4AC6-A0BF-28A5D8284014}"/>
    <dgm:cxn modelId="{3C7FB7B7-4676-477F-B3BB-BEF96FE667D9}" srcId="{7A0EB374-5377-4EF7-B713-C83B076F497F}" destId="{1935B1B3-6F8E-45B3-875D-8671D16B337F}" srcOrd="5" destOrd="0" parTransId="{C5729BDD-5801-4CC1-8113-4F24EB10520E}" sibTransId="{968D74CB-73DE-4D91-AF87-07BF5056B786}"/>
    <dgm:cxn modelId="{F9C89CB8-0004-44D6-96DF-F906C731CB4D}" type="presOf" srcId="{1935B1B3-6F8E-45B3-875D-8671D16B337F}" destId="{D458E263-20D3-40C4-B327-55EF5679AD8F}" srcOrd="0" destOrd="0" presId="urn:microsoft.com/office/officeart/2005/8/layout/vList2"/>
    <dgm:cxn modelId="{4E65F0BC-4C85-4A0C-B322-006A084DD7A4}" srcId="{7A0EB374-5377-4EF7-B713-C83B076F497F}" destId="{C96E38A6-DDFE-4033-BA46-483E9D412EC9}" srcOrd="8" destOrd="0" parTransId="{05CB9625-270C-4014-9696-F8537130464B}" sibTransId="{77B12FBA-F2C1-4698-B4F7-987A66C859C8}"/>
    <dgm:cxn modelId="{C5EC74BD-56A7-4B47-819C-E479F2A7651E}" type="presOf" srcId="{0EAE5861-1E35-4F70-AF3D-A2D66D499B69}" destId="{8DE02944-8D63-489F-BDFF-F33C9C26C400}" srcOrd="0" destOrd="0" presId="urn:microsoft.com/office/officeart/2005/8/layout/vList2"/>
    <dgm:cxn modelId="{130F6AC3-5AAE-4759-AB6D-BC8ED5221BA4}" srcId="{7A0EB374-5377-4EF7-B713-C83B076F497F}" destId="{4624016E-B571-4718-8816-A614475EC7C3}" srcOrd="10" destOrd="0" parTransId="{161E14B1-9CAD-4D2B-AF5B-631D86137C70}" sibTransId="{3596E1B9-3D34-4562-8DEC-92DE2C631BC4}"/>
    <dgm:cxn modelId="{C2A971CA-9768-4404-9A87-7FF1B3E8EE50}" type="presOf" srcId="{B2E49264-51EF-4A37-A2D0-320642DAFA39}" destId="{AE3D62C1-9C16-474C-BBC5-D53BDB71FEEE}" srcOrd="0" destOrd="0" presId="urn:microsoft.com/office/officeart/2005/8/layout/vList2"/>
    <dgm:cxn modelId="{9D098CCB-66DD-4CF0-971E-5D8BE0453A27}" srcId="{7A0EB374-5377-4EF7-B713-C83B076F497F}" destId="{E24BCB10-C3AF-421C-9ACE-08F578F499ED}" srcOrd="1" destOrd="0" parTransId="{18D3DCF4-AC5C-43EC-99B0-387652A4E38B}" sibTransId="{E9368ADD-9CA5-44E5-8E0A-3C04A328CB44}"/>
    <dgm:cxn modelId="{C6D93AD0-3617-4E6F-9C84-86FD6BE9A0EC}" type="presOf" srcId="{25CBFC51-8AD9-4BC1-AAC4-66A4998C1581}" destId="{C88A809C-0BB7-4D9D-BE36-5601E5E72203}" srcOrd="0" destOrd="0" presId="urn:microsoft.com/office/officeart/2005/8/layout/vList2"/>
    <dgm:cxn modelId="{0F6CE815-E87A-440A-A271-40108D7DFCEC}" type="presParOf" srcId="{1A61F15E-C009-4269-A8E4-24CC39E0AC53}" destId="{AE3D62C1-9C16-474C-BBC5-D53BDB71FEEE}" srcOrd="0" destOrd="0" presId="urn:microsoft.com/office/officeart/2005/8/layout/vList2"/>
    <dgm:cxn modelId="{104F4103-58D8-4A4E-A96E-AF64C3F9C5D2}" type="presParOf" srcId="{1A61F15E-C009-4269-A8E4-24CC39E0AC53}" destId="{BB392B05-897D-4C90-8BF6-18EE84863D76}" srcOrd="1" destOrd="0" presId="urn:microsoft.com/office/officeart/2005/8/layout/vList2"/>
    <dgm:cxn modelId="{E8A0374E-1883-4541-8564-6137B2C62A48}" type="presParOf" srcId="{1A61F15E-C009-4269-A8E4-24CC39E0AC53}" destId="{CD8E2726-8B29-466B-B48D-93B56367D1BE}" srcOrd="2" destOrd="0" presId="urn:microsoft.com/office/officeart/2005/8/layout/vList2"/>
    <dgm:cxn modelId="{3A40D622-EB8C-417D-A5BA-3ECD91C8FE7B}" type="presParOf" srcId="{1A61F15E-C009-4269-A8E4-24CC39E0AC53}" destId="{774B4F85-6C71-4343-B5C4-7BBD89ACE550}" srcOrd="3" destOrd="0" presId="urn:microsoft.com/office/officeart/2005/8/layout/vList2"/>
    <dgm:cxn modelId="{3A20B0C6-6D7C-4ADF-87C5-65D5762A2672}" type="presParOf" srcId="{1A61F15E-C009-4269-A8E4-24CC39E0AC53}" destId="{86C33F85-6778-43C7-8779-62713B0357A2}" srcOrd="4" destOrd="0" presId="urn:microsoft.com/office/officeart/2005/8/layout/vList2"/>
    <dgm:cxn modelId="{6A52EF91-D7A7-458C-B002-FC1F3F752529}" type="presParOf" srcId="{1A61F15E-C009-4269-A8E4-24CC39E0AC53}" destId="{AE72C836-7CA4-46EB-B43C-0E2EA911A2E8}" srcOrd="5" destOrd="0" presId="urn:microsoft.com/office/officeart/2005/8/layout/vList2"/>
    <dgm:cxn modelId="{92DBBB6C-9E39-413D-AF37-214B08AF1A34}" type="presParOf" srcId="{1A61F15E-C009-4269-A8E4-24CC39E0AC53}" destId="{8DE02944-8D63-489F-BDFF-F33C9C26C400}" srcOrd="6" destOrd="0" presId="urn:microsoft.com/office/officeart/2005/8/layout/vList2"/>
    <dgm:cxn modelId="{B23B48FB-2D17-4077-A500-50E7359C31B9}" type="presParOf" srcId="{1A61F15E-C009-4269-A8E4-24CC39E0AC53}" destId="{208162EE-A72A-4C5B-AE91-BC4866AD93FF}" srcOrd="7" destOrd="0" presId="urn:microsoft.com/office/officeart/2005/8/layout/vList2"/>
    <dgm:cxn modelId="{C0B58CA3-FCEF-43E4-A363-BF299237DB1F}" type="presParOf" srcId="{1A61F15E-C009-4269-A8E4-24CC39E0AC53}" destId="{C88A809C-0BB7-4D9D-BE36-5601E5E72203}" srcOrd="8" destOrd="0" presId="urn:microsoft.com/office/officeart/2005/8/layout/vList2"/>
    <dgm:cxn modelId="{B159458F-5000-4033-B099-62664A84D3A1}" type="presParOf" srcId="{1A61F15E-C009-4269-A8E4-24CC39E0AC53}" destId="{1F077A90-25F7-4382-8560-F301D0C5CA75}" srcOrd="9" destOrd="0" presId="urn:microsoft.com/office/officeart/2005/8/layout/vList2"/>
    <dgm:cxn modelId="{A092D6B2-B7CF-443E-8CC3-E5EFDD062B6B}" type="presParOf" srcId="{1A61F15E-C009-4269-A8E4-24CC39E0AC53}" destId="{D458E263-20D3-40C4-B327-55EF5679AD8F}" srcOrd="10" destOrd="0" presId="urn:microsoft.com/office/officeart/2005/8/layout/vList2"/>
    <dgm:cxn modelId="{4CB7924A-C099-4FBA-9217-83909196DE63}" type="presParOf" srcId="{1A61F15E-C009-4269-A8E4-24CC39E0AC53}" destId="{F286616C-438D-4721-908E-077D428FC587}" srcOrd="11" destOrd="0" presId="urn:microsoft.com/office/officeart/2005/8/layout/vList2"/>
    <dgm:cxn modelId="{83E148D6-8CAB-4E71-9842-1645125EC769}" type="presParOf" srcId="{1A61F15E-C009-4269-A8E4-24CC39E0AC53}" destId="{37927628-6C8B-4058-BEFF-5A328135BDC5}" srcOrd="12" destOrd="0" presId="urn:microsoft.com/office/officeart/2005/8/layout/vList2"/>
    <dgm:cxn modelId="{4F095604-2FF5-4C49-8FFC-1A4452515B24}" type="presParOf" srcId="{1A61F15E-C009-4269-A8E4-24CC39E0AC53}" destId="{95C4D09C-F4CB-49E4-95B1-D961D34E654D}" srcOrd="13" destOrd="0" presId="urn:microsoft.com/office/officeart/2005/8/layout/vList2"/>
    <dgm:cxn modelId="{6F905D4B-53EE-48F3-B96B-C0D83D30AD4E}" type="presParOf" srcId="{1A61F15E-C009-4269-A8E4-24CC39E0AC53}" destId="{AF02AAC0-0AF2-4478-95C1-3CE738054D72}" srcOrd="14" destOrd="0" presId="urn:microsoft.com/office/officeart/2005/8/layout/vList2"/>
    <dgm:cxn modelId="{6E70A7C7-4199-4C9C-B1E4-421A8AD0F4CE}" type="presParOf" srcId="{1A61F15E-C009-4269-A8E4-24CC39E0AC53}" destId="{F635F05D-52C4-4E92-BC5A-B9CB72054B93}" srcOrd="15" destOrd="0" presId="urn:microsoft.com/office/officeart/2005/8/layout/vList2"/>
    <dgm:cxn modelId="{7754FE0A-C3A7-4DAF-8E1E-EDCDD628BE41}" type="presParOf" srcId="{1A61F15E-C009-4269-A8E4-24CC39E0AC53}" destId="{29575F5B-48B4-45A3-AE17-545DF759F70F}" srcOrd="16" destOrd="0" presId="urn:microsoft.com/office/officeart/2005/8/layout/vList2"/>
    <dgm:cxn modelId="{68B1FAE7-5F9D-41EB-B3B4-187ACA2384BE}" type="presParOf" srcId="{1A61F15E-C009-4269-A8E4-24CC39E0AC53}" destId="{AF104753-A2F0-4DD9-8B53-6C564E4160A8}" srcOrd="17" destOrd="0" presId="urn:microsoft.com/office/officeart/2005/8/layout/vList2"/>
    <dgm:cxn modelId="{897D0A4C-E5A3-40F6-8011-E29773B7FD05}" type="presParOf" srcId="{1A61F15E-C009-4269-A8E4-24CC39E0AC53}" destId="{485F9A70-E949-4996-B991-F4E44ACA0313}" srcOrd="18" destOrd="0" presId="urn:microsoft.com/office/officeart/2005/8/layout/vList2"/>
    <dgm:cxn modelId="{6A0CDD1C-9491-4290-8C34-102E35CB0165}" type="presParOf" srcId="{1A61F15E-C009-4269-A8E4-24CC39E0AC53}" destId="{C555B285-A24D-452B-B57E-8CB2BC1511DB}" srcOrd="19" destOrd="0" presId="urn:microsoft.com/office/officeart/2005/8/layout/vList2"/>
    <dgm:cxn modelId="{81330526-081A-481A-A355-062ADC8C97C7}" type="presParOf" srcId="{1A61F15E-C009-4269-A8E4-24CC39E0AC53}" destId="{A7A4EFD1-3C8D-4965-A9FE-D2A9C5F45A9A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E83750-3077-4903-B204-5D35A609B7EC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7DE6B3F-8E54-4E13-BE7F-C6D1F2D3000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IN"/>
            <a:t>• Technology category generated the highest sales.</a:t>
          </a:r>
        </a:p>
      </dgm:t>
    </dgm:pt>
    <dgm:pt modelId="{FF92DFCD-4D34-4546-970A-AE0E9555B1BA}" type="parTrans" cxnId="{C74D6971-8D12-41CF-B7A1-C80AD87DFB6B}">
      <dgm:prSet/>
      <dgm:spPr/>
      <dgm:t>
        <a:bodyPr/>
        <a:lstStyle/>
        <a:p>
          <a:endParaRPr lang="en-IN"/>
        </a:p>
      </dgm:t>
    </dgm:pt>
    <dgm:pt modelId="{1C19447B-37DF-4AFF-AE59-56A0A34E220C}" type="sibTrans" cxnId="{C74D6971-8D12-41CF-B7A1-C80AD87DFB6B}">
      <dgm:prSet/>
      <dgm:spPr/>
      <dgm:t>
        <a:bodyPr/>
        <a:lstStyle/>
        <a:p>
          <a:endParaRPr lang="en-IN"/>
        </a:p>
      </dgm:t>
    </dgm:pt>
    <dgm:pt modelId="{4D9A368D-55FA-4A9E-87C4-AB72F220232E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IN" dirty="0"/>
            <a:t>• The West region outperformed others in total revenue.</a:t>
          </a:r>
        </a:p>
      </dgm:t>
    </dgm:pt>
    <dgm:pt modelId="{4D5DD43C-CDDD-4411-B180-DCA9F962CE36}" type="parTrans" cxnId="{6941F027-A7D2-4344-8B2E-05C7B951F1CE}">
      <dgm:prSet/>
      <dgm:spPr/>
      <dgm:t>
        <a:bodyPr/>
        <a:lstStyle/>
        <a:p>
          <a:endParaRPr lang="en-IN"/>
        </a:p>
      </dgm:t>
    </dgm:pt>
    <dgm:pt modelId="{0F4A0FD3-47E5-4767-B84F-3E1B48E915B5}" type="sibTrans" cxnId="{6941F027-A7D2-4344-8B2E-05C7B951F1CE}">
      <dgm:prSet/>
      <dgm:spPr/>
      <dgm:t>
        <a:bodyPr/>
        <a:lstStyle/>
        <a:p>
          <a:endParaRPr lang="en-IN"/>
        </a:p>
      </dgm:t>
    </dgm:pt>
    <dgm:pt modelId="{D8308292-AD46-41A2-878C-5DB4C27C3551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IN" dirty="0"/>
            <a:t>• Profit margin observed at 12.5% — indicating moderate profitability.</a:t>
          </a:r>
        </a:p>
      </dgm:t>
    </dgm:pt>
    <dgm:pt modelId="{21CD213B-97AF-4F80-AD69-1F52EAC11034}" type="parTrans" cxnId="{9AA1740C-E5DC-482E-B35E-7F9385FCCFEF}">
      <dgm:prSet/>
      <dgm:spPr/>
      <dgm:t>
        <a:bodyPr/>
        <a:lstStyle/>
        <a:p>
          <a:endParaRPr lang="en-IN"/>
        </a:p>
      </dgm:t>
    </dgm:pt>
    <dgm:pt modelId="{75F9620D-2B6D-4F9A-9748-A8D181B87F1B}" type="sibTrans" cxnId="{9AA1740C-E5DC-482E-B35E-7F9385FCCFEF}">
      <dgm:prSet/>
      <dgm:spPr/>
      <dgm:t>
        <a:bodyPr/>
        <a:lstStyle/>
        <a:p>
          <a:endParaRPr lang="en-IN"/>
        </a:p>
      </dgm:t>
    </dgm:pt>
    <dgm:pt modelId="{7A8DD1FC-BDE5-4A08-A0D4-C90972ACC34E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IN"/>
            <a:t>• Sales showed steady month-over-month growth.</a:t>
          </a:r>
        </a:p>
      </dgm:t>
    </dgm:pt>
    <dgm:pt modelId="{33F295EE-D8BD-4CEA-BF85-F3C067AB52E4}" type="parTrans" cxnId="{421396C5-7405-4C02-8AEC-9C1B91A83EAE}">
      <dgm:prSet/>
      <dgm:spPr/>
      <dgm:t>
        <a:bodyPr/>
        <a:lstStyle/>
        <a:p>
          <a:endParaRPr lang="en-IN"/>
        </a:p>
      </dgm:t>
    </dgm:pt>
    <dgm:pt modelId="{27303390-56E6-4F5F-ADC4-5DBC0F5A4971}" type="sibTrans" cxnId="{421396C5-7405-4C02-8AEC-9C1B91A83EAE}">
      <dgm:prSet/>
      <dgm:spPr/>
      <dgm:t>
        <a:bodyPr/>
        <a:lstStyle/>
        <a:p>
          <a:endParaRPr lang="en-IN"/>
        </a:p>
      </dgm:t>
    </dgm:pt>
    <dgm:pt modelId="{E255819B-85AB-4284-9197-5B53662BC8C1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IN"/>
            <a:t>• Furniture segment had high sales but lower profitability.</a:t>
          </a:r>
        </a:p>
      </dgm:t>
    </dgm:pt>
    <dgm:pt modelId="{A041C45D-FC66-45BA-ACCF-D8F4D8D1C7FF}" type="parTrans" cxnId="{1B966B83-4125-4F9B-B5D6-CB21075344D8}">
      <dgm:prSet/>
      <dgm:spPr/>
      <dgm:t>
        <a:bodyPr/>
        <a:lstStyle/>
        <a:p>
          <a:endParaRPr lang="en-IN"/>
        </a:p>
      </dgm:t>
    </dgm:pt>
    <dgm:pt modelId="{3BB6CCE2-0DA1-45C7-AAA7-D2ECA08682C7}" type="sibTrans" cxnId="{1B966B83-4125-4F9B-B5D6-CB21075344D8}">
      <dgm:prSet/>
      <dgm:spPr/>
      <dgm:t>
        <a:bodyPr/>
        <a:lstStyle/>
        <a:p>
          <a:endParaRPr lang="en-IN"/>
        </a:p>
      </dgm:t>
    </dgm:pt>
    <dgm:pt modelId="{C64DEDBE-640A-4EC8-B65B-160A18CD3A69}" type="pres">
      <dgm:prSet presAssocID="{F9E83750-3077-4903-B204-5D35A609B7EC}" presName="linear" presStyleCnt="0">
        <dgm:presLayoutVars>
          <dgm:animLvl val="lvl"/>
          <dgm:resizeHandles val="exact"/>
        </dgm:presLayoutVars>
      </dgm:prSet>
      <dgm:spPr/>
    </dgm:pt>
    <dgm:pt modelId="{42AFA35F-85BD-40FF-B7C0-E2594DEF18AB}" type="pres">
      <dgm:prSet presAssocID="{87DE6B3F-8E54-4E13-BE7F-C6D1F2D3000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1F29958-67F7-40F4-A8C5-723B49291ABC}" type="pres">
      <dgm:prSet presAssocID="{1C19447B-37DF-4AFF-AE59-56A0A34E220C}" presName="spacer" presStyleCnt="0"/>
      <dgm:spPr/>
    </dgm:pt>
    <dgm:pt modelId="{D40AB3F9-89D7-415C-82D0-23DE28003E74}" type="pres">
      <dgm:prSet presAssocID="{4D9A368D-55FA-4A9E-87C4-AB72F220232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5CEBE7D-62A3-4797-AF43-0C73D712B3A1}" type="pres">
      <dgm:prSet presAssocID="{0F4A0FD3-47E5-4767-B84F-3E1B48E915B5}" presName="spacer" presStyleCnt="0"/>
      <dgm:spPr/>
    </dgm:pt>
    <dgm:pt modelId="{EE3D2AB6-79C1-4218-8557-5B3F2B565221}" type="pres">
      <dgm:prSet presAssocID="{D8308292-AD46-41A2-878C-5DB4C27C35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07C1137-488E-49F7-8711-4DDAD1B176DE}" type="pres">
      <dgm:prSet presAssocID="{75F9620D-2B6D-4F9A-9748-A8D181B87F1B}" presName="spacer" presStyleCnt="0"/>
      <dgm:spPr/>
    </dgm:pt>
    <dgm:pt modelId="{B33BB34D-6B2E-4398-BA05-B0262200D642}" type="pres">
      <dgm:prSet presAssocID="{7A8DD1FC-BDE5-4A08-A0D4-C90972ACC34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00C26E2-B372-4777-8D34-01A1E3C856F9}" type="pres">
      <dgm:prSet presAssocID="{27303390-56E6-4F5F-ADC4-5DBC0F5A4971}" presName="spacer" presStyleCnt="0"/>
      <dgm:spPr/>
    </dgm:pt>
    <dgm:pt modelId="{B8996C37-506C-428F-9CAA-88364FCE1565}" type="pres">
      <dgm:prSet presAssocID="{E255819B-85AB-4284-9197-5B53662BC8C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AA1740C-E5DC-482E-B35E-7F9385FCCFEF}" srcId="{F9E83750-3077-4903-B204-5D35A609B7EC}" destId="{D8308292-AD46-41A2-878C-5DB4C27C3551}" srcOrd="2" destOrd="0" parTransId="{21CD213B-97AF-4F80-AD69-1F52EAC11034}" sibTransId="{75F9620D-2B6D-4F9A-9748-A8D181B87F1B}"/>
    <dgm:cxn modelId="{6C24B521-A11C-48EF-A731-6190D57CB294}" type="presOf" srcId="{7A8DD1FC-BDE5-4A08-A0D4-C90972ACC34E}" destId="{B33BB34D-6B2E-4398-BA05-B0262200D642}" srcOrd="0" destOrd="0" presId="urn:microsoft.com/office/officeart/2005/8/layout/vList2"/>
    <dgm:cxn modelId="{6941F027-A7D2-4344-8B2E-05C7B951F1CE}" srcId="{F9E83750-3077-4903-B204-5D35A609B7EC}" destId="{4D9A368D-55FA-4A9E-87C4-AB72F220232E}" srcOrd="1" destOrd="0" parTransId="{4D5DD43C-CDDD-4411-B180-DCA9F962CE36}" sibTransId="{0F4A0FD3-47E5-4767-B84F-3E1B48E915B5}"/>
    <dgm:cxn modelId="{C74D6971-8D12-41CF-B7A1-C80AD87DFB6B}" srcId="{F9E83750-3077-4903-B204-5D35A609B7EC}" destId="{87DE6B3F-8E54-4E13-BE7F-C6D1F2D30004}" srcOrd="0" destOrd="0" parTransId="{FF92DFCD-4D34-4546-970A-AE0E9555B1BA}" sibTransId="{1C19447B-37DF-4AFF-AE59-56A0A34E220C}"/>
    <dgm:cxn modelId="{151E9157-1CE7-44D8-B7E1-CE53C4FC6002}" type="presOf" srcId="{4D9A368D-55FA-4A9E-87C4-AB72F220232E}" destId="{D40AB3F9-89D7-415C-82D0-23DE28003E74}" srcOrd="0" destOrd="0" presId="urn:microsoft.com/office/officeart/2005/8/layout/vList2"/>
    <dgm:cxn modelId="{1B966B83-4125-4F9B-B5D6-CB21075344D8}" srcId="{F9E83750-3077-4903-B204-5D35A609B7EC}" destId="{E255819B-85AB-4284-9197-5B53662BC8C1}" srcOrd="4" destOrd="0" parTransId="{A041C45D-FC66-45BA-ACCF-D8F4D8D1C7FF}" sibTransId="{3BB6CCE2-0DA1-45C7-AAA7-D2ECA08682C7}"/>
    <dgm:cxn modelId="{421396C5-7405-4C02-8AEC-9C1B91A83EAE}" srcId="{F9E83750-3077-4903-B204-5D35A609B7EC}" destId="{7A8DD1FC-BDE5-4A08-A0D4-C90972ACC34E}" srcOrd="3" destOrd="0" parTransId="{33F295EE-D8BD-4CEA-BF85-F3C067AB52E4}" sibTransId="{27303390-56E6-4F5F-ADC4-5DBC0F5A4971}"/>
    <dgm:cxn modelId="{3D57BED1-ACBE-44C4-AEFF-4707E284F137}" type="presOf" srcId="{D8308292-AD46-41A2-878C-5DB4C27C3551}" destId="{EE3D2AB6-79C1-4218-8557-5B3F2B565221}" srcOrd="0" destOrd="0" presId="urn:microsoft.com/office/officeart/2005/8/layout/vList2"/>
    <dgm:cxn modelId="{449E08F0-A096-4C87-B8DD-7BEAFD402A6C}" type="presOf" srcId="{F9E83750-3077-4903-B204-5D35A609B7EC}" destId="{C64DEDBE-640A-4EC8-B65B-160A18CD3A69}" srcOrd="0" destOrd="0" presId="urn:microsoft.com/office/officeart/2005/8/layout/vList2"/>
    <dgm:cxn modelId="{E30EAEF5-8B9D-482D-A0B0-E605142A3945}" type="presOf" srcId="{E255819B-85AB-4284-9197-5B53662BC8C1}" destId="{B8996C37-506C-428F-9CAA-88364FCE1565}" srcOrd="0" destOrd="0" presId="urn:microsoft.com/office/officeart/2005/8/layout/vList2"/>
    <dgm:cxn modelId="{F7F56DFB-FEF7-41C0-8C0B-53944EC5B813}" type="presOf" srcId="{87DE6B3F-8E54-4E13-BE7F-C6D1F2D30004}" destId="{42AFA35F-85BD-40FF-B7C0-E2594DEF18AB}" srcOrd="0" destOrd="0" presId="urn:microsoft.com/office/officeart/2005/8/layout/vList2"/>
    <dgm:cxn modelId="{C8E0145C-F0F2-4D07-B239-54224ABAB3D1}" type="presParOf" srcId="{C64DEDBE-640A-4EC8-B65B-160A18CD3A69}" destId="{42AFA35F-85BD-40FF-B7C0-E2594DEF18AB}" srcOrd="0" destOrd="0" presId="urn:microsoft.com/office/officeart/2005/8/layout/vList2"/>
    <dgm:cxn modelId="{7397F824-6F68-4E16-8EB2-2E66707C356E}" type="presParOf" srcId="{C64DEDBE-640A-4EC8-B65B-160A18CD3A69}" destId="{A1F29958-67F7-40F4-A8C5-723B49291ABC}" srcOrd="1" destOrd="0" presId="urn:microsoft.com/office/officeart/2005/8/layout/vList2"/>
    <dgm:cxn modelId="{773807D1-65CC-488B-BBFD-05A6AA7A800D}" type="presParOf" srcId="{C64DEDBE-640A-4EC8-B65B-160A18CD3A69}" destId="{D40AB3F9-89D7-415C-82D0-23DE28003E74}" srcOrd="2" destOrd="0" presId="urn:microsoft.com/office/officeart/2005/8/layout/vList2"/>
    <dgm:cxn modelId="{68E9C902-2236-4FF7-9AC8-03052F71342D}" type="presParOf" srcId="{C64DEDBE-640A-4EC8-B65B-160A18CD3A69}" destId="{85CEBE7D-62A3-4797-AF43-0C73D712B3A1}" srcOrd="3" destOrd="0" presId="urn:microsoft.com/office/officeart/2005/8/layout/vList2"/>
    <dgm:cxn modelId="{DCB60973-E1A6-4F88-8AFD-E1B588E57D55}" type="presParOf" srcId="{C64DEDBE-640A-4EC8-B65B-160A18CD3A69}" destId="{EE3D2AB6-79C1-4218-8557-5B3F2B565221}" srcOrd="4" destOrd="0" presId="urn:microsoft.com/office/officeart/2005/8/layout/vList2"/>
    <dgm:cxn modelId="{ABCFAC60-099C-4EC7-81BE-189A19B828BB}" type="presParOf" srcId="{C64DEDBE-640A-4EC8-B65B-160A18CD3A69}" destId="{807C1137-488E-49F7-8711-4DDAD1B176DE}" srcOrd="5" destOrd="0" presId="urn:microsoft.com/office/officeart/2005/8/layout/vList2"/>
    <dgm:cxn modelId="{41F886AB-5B9C-4B81-BEA9-5117F4F5C5C6}" type="presParOf" srcId="{C64DEDBE-640A-4EC8-B65B-160A18CD3A69}" destId="{B33BB34D-6B2E-4398-BA05-B0262200D642}" srcOrd="6" destOrd="0" presId="urn:microsoft.com/office/officeart/2005/8/layout/vList2"/>
    <dgm:cxn modelId="{0AF6B1AC-4EBD-4A0C-B6B8-04704F383F05}" type="presParOf" srcId="{C64DEDBE-640A-4EC8-B65B-160A18CD3A69}" destId="{600C26E2-B372-4777-8D34-01A1E3C856F9}" srcOrd="7" destOrd="0" presId="urn:microsoft.com/office/officeart/2005/8/layout/vList2"/>
    <dgm:cxn modelId="{03D0C65C-2126-4887-9114-26C676BC66A3}" type="presParOf" srcId="{C64DEDBE-640A-4EC8-B65B-160A18CD3A69}" destId="{B8996C37-506C-428F-9CAA-88364FCE15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DFBBE2D-50A5-4932-B104-D42A98CAA06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BDA753A-C186-4F61-ABD4-534D0CC1EBC3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dirty="0"/>
            <a:t>• Strengthened data cleaning and preprocessing skills in Python.</a:t>
          </a:r>
        </a:p>
      </dgm:t>
    </dgm:pt>
    <dgm:pt modelId="{77A83A6E-1FB5-4710-B7D5-AC138A5434C3}" type="parTrans" cxnId="{4336B11F-65AB-42E9-A244-F2E1E65E6285}">
      <dgm:prSet/>
      <dgm:spPr/>
      <dgm:t>
        <a:bodyPr/>
        <a:lstStyle/>
        <a:p>
          <a:endParaRPr lang="en-IN"/>
        </a:p>
      </dgm:t>
    </dgm:pt>
    <dgm:pt modelId="{2312B741-6B54-4622-8723-0037F2AEFA2A}" type="sibTrans" cxnId="{4336B11F-65AB-42E9-A244-F2E1E65E6285}">
      <dgm:prSet/>
      <dgm:spPr>
        <a:solidFill>
          <a:schemeClr val="accent2">
            <a:lumMod val="50000"/>
          </a:schemeClr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IN"/>
        </a:p>
      </dgm:t>
    </dgm:pt>
    <dgm:pt modelId="{A6F54AAC-5715-44EA-9CF6-2438369726FE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dirty="0"/>
            <a:t>• Improved dashboard layout and visual storytelling in Tableau.</a:t>
          </a:r>
        </a:p>
      </dgm:t>
    </dgm:pt>
    <dgm:pt modelId="{C8D9DA6E-2AA9-4982-A4F8-38F5B7E9BD01}" type="parTrans" cxnId="{B816333E-2D07-452D-BC2F-AFE1CE76312E}">
      <dgm:prSet/>
      <dgm:spPr/>
      <dgm:t>
        <a:bodyPr/>
        <a:lstStyle/>
        <a:p>
          <a:endParaRPr lang="en-IN"/>
        </a:p>
      </dgm:t>
    </dgm:pt>
    <dgm:pt modelId="{1ED10BC2-091B-4E4F-822E-EAC5BDC2CF28}" type="sibTrans" cxnId="{B816333E-2D07-452D-BC2F-AFE1CE76312E}">
      <dgm:prSet/>
      <dgm:spPr/>
      <dgm:t>
        <a:bodyPr/>
        <a:lstStyle/>
        <a:p>
          <a:endParaRPr lang="en-IN"/>
        </a:p>
      </dgm:t>
    </dgm:pt>
    <dgm:pt modelId="{78C30B64-10C4-4CA7-BD70-FBF164E0931A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dirty="0"/>
            <a:t>• Learned to derive actionable business insights from raw data.</a:t>
          </a:r>
        </a:p>
      </dgm:t>
    </dgm:pt>
    <dgm:pt modelId="{FCE1ED0E-7365-42E2-B839-846B679774A8}" type="parTrans" cxnId="{AD5D6DBA-85E8-4C65-B844-BFFD2CAA46B4}">
      <dgm:prSet/>
      <dgm:spPr/>
      <dgm:t>
        <a:bodyPr/>
        <a:lstStyle/>
        <a:p>
          <a:endParaRPr lang="en-IN"/>
        </a:p>
      </dgm:t>
    </dgm:pt>
    <dgm:pt modelId="{AAD34DF1-E9DF-4B24-964B-369FE989539E}" type="sibTrans" cxnId="{AD5D6DBA-85E8-4C65-B844-BFFD2CAA46B4}">
      <dgm:prSet/>
      <dgm:spPr/>
      <dgm:t>
        <a:bodyPr/>
        <a:lstStyle/>
        <a:p>
          <a:endParaRPr lang="en-IN"/>
        </a:p>
      </dgm:t>
    </dgm:pt>
    <dgm:pt modelId="{2733769F-9372-480C-A077-1A437B78BDF4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dirty="0"/>
            <a:t>• Enhanced understanding of retail data analytics and visualization design.</a:t>
          </a:r>
        </a:p>
      </dgm:t>
    </dgm:pt>
    <dgm:pt modelId="{949EFAA9-A317-492B-8DA7-C0ACFE1CF279}" type="parTrans" cxnId="{2725F6EC-09AF-4EC7-A602-69BC59A8EF3F}">
      <dgm:prSet/>
      <dgm:spPr/>
      <dgm:t>
        <a:bodyPr/>
        <a:lstStyle/>
        <a:p>
          <a:endParaRPr lang="en-IN"/>
        </a:p>
      </dgm:t>
    </dgm:pt>
    <dgm:pt modelId="{28B5FBC1-F573-462A-A5BA-FC8875DD0D9A}" type="sibTrans" cxnId="{2725F6EC-09AF-4EC7-A602-69BC59A8EF3F}">
      <dgm:prSet/>
      <dgm:spPr/>
      <dgm:t>
        <a:bodyPr/>
        <a:lstStyle/>
        <a:p>
          <a:endParaRPr lang="en-IN"/>
        </a:p>
      </dgm:t>
    </dgm:pt>
    <dgm:pt modelId="{0756FBA1-4773-41C9-8AFC-3413D181B423}" type="pres">
      <dgm:prSet presAssocID="{4DFBBE2D-50A5-4932-B104-D42A98CAA06F}" presName="Name0" presStyleCnt="0">
        <dgm:presLayoutVars>
          <dgm:chMax val="7"/>
          <dgm:chPref val="7"/>
          <dgm:dir/>
        </dgm:presLayoutVars>
      </dgm:prSet>
      <dgm:spPr/>
    </dgm:pt>
    <dgm:pt modelId="{B610C592-43BC-4C5A-AE8A-C9C0ADA55710}" type="pres">
      <dgm:prSet presAssocID="{4DFBBE2D-50A5-4932-B104-D42A98CAA06F}" presName="Name1" presStyleCnt="0"/>
      <dgm:spPr/>
    </dgm:pt>
    <dgm:pt modelId="{8AA1B9FB-D15F-403C-BD97-72857405FC39}" type="pres">
      <dgm:prSet presAssocID="{4DFBBE2D-50A5-4932-B104-D42A98CAA06F}" presName="cycle" presStyleCnt="0"/>
      <dgm:spPr/>
    </dgm:pt>
    <dgm:pt modelId="{53F49393-A03B-4D9B-8782-5A300E9FC4C6}" type="pres">
      <dgm:prSet presAssocID="{4DFBBE2D-50A5-4932-B104-D42A98CAA06F}" presName="srcNode" presStyleLbl="node1" presStyleIdx="0" presStyleCnt="4"/>
      <dgm:spPr/>
    </dgm:pt>
    <dgm:pt modelId="{84381E47-2ED8-4CE7-8240-B9B685AFE1DC}" type="pres">
      <dgm:prSet presAssocID="{4DFBBE2D-50A5-4932-B104-D42A98CAA06F}" presName="conn" presStyleLbl="parChTrans1D2" presStyleIdx="0" presStyleCnt="1"/>
      <dgm:spPr/>
    </dgm:pt>
    <dgm:pt modelId="{03DCA511-384D-4B0A-B59D-0D403A24F4D6}" type="pres">
      <dgm:prSet presAssocID="{4DFBBE2D-50A5-4932-B104-D42A98CAA06F}" presName="extraNode" presStyleLbl="node1" presStyleIdx="0" presStyleCnt="4"/>
      <dgm:spPr/>
    </dgm:pt>
    <dgm:pt modelId="{74BB21EA-A102-44CB-A255-E0B4893B3BEB}" type="pres">
      <dgm:prSet presAssocID="{4DFBBE2D-50A5-4932-B104-D42A98CAA06F}" presName="dstNode" presStyleLbl="node1" presStyleIdx="0" presStyleCnt="4"/>
      <dgm:spPr/>
    </dgm:pt>
    <dgm:pt modelId="{E6DC69BA-BF6F-4ED9-A3CD-D6C5212A1227}" type="pres">
      <dgm:prSet presAssocID="{8BDA753A-C186-4F61-ABD4-534D0CC1EBC3}" presName="text_1" presStyleLbl="node1" presStyleIdx="0" presStyleCnt="4">
        <dgm:presLayoutVars>
          <dgm:bulletEnabled val="1"/>
        </dgm:presLayoutVars>
      </dgm:prSet>
      <dgm:spPr/>
    </dgm:pt>
    <dgm:pt modelId="{7C677A12-2EE7-4F60-BEF7-69E484D29DAF}" type="pres">
      <dgm:prSet presAssocID="{8BDA753A-C186-4F61-ABD4-534D0CC1EBC3}" presName="accent_1" presStyleCnt="0"/>
      <dgm:spPr/>
    </dgm:pt>
    <dgm:pt modelId="{8C054647-C215-4CFC-9284-3D44C2D73DF5}" type="pres">
      <dgm:prSet presAssocID="{8BDA753A-C186-4F61-ABD4-534D0CC1EBC3}" presName="accentRepeatNode" presStyleLbl="solidFgAcc1" presStyleIdx="0" presStyleCnt="4"/>
      <dgm:spPr>
        <a:ln>
          <a:solidFill>
            <a:schemeClr val="accent2">
              <a:lumMod val="50000"/>
            </a:schemeClr>
          </a:solidFill>
        </a:ln>
      </dgm:spPr>
    </dgm:pt>
    <dgm:pt modelId="{B4BB20BA-11A7-4E22-96C8-713A6A7B34CE}" type="pres">
      <dgm:prSet presAssocID="{A6F54AAC-5715-44EA-9CF6-2438369726FE}" presName="text_2" presStyleLbl="node1" presStyleIdx="1" presStyleCnt="4">
        <dgm:presLayoutVars>
          <dgm:bulletEnabled val="1"/>
        </dgm:presLayoutVars>
      </dgm:prSet>
      <dgm:spPr/>
    </dgm:pt>
    <dgm:pt modelId="{2F0B0E6B-5F01-44C3-B8D5-E4DAEDF8C0D6}" type="pres">
      <dgm:prSet presAssocID="{A6F54AAC-5715-44EA-9CF6-2438369726FE}" presName="accent_2" presStyleCnt="0"/>
      <dgm:spPr/>
    </dgm:pt>
    <dgm:pt modelId="{63C6DEF7-C296-4375-BA17-6A9FFC45EC8F}" type="pres">
      <dgm:prSet presAssocID="{A6F54AAC-5715-44EA-9CF6-2438369726FE}" presName="accentRepeatNode" presStyleLbl="solidFgAcc1" presStyleIdx="1" presStyleCnt="4"/>
      <dgm:spPr>
        <a:ln>
          <a:solidFill>
            <a:schemeClr val="accent2">
              <a:lumMod val="50000"/>
            </a:schemeClr>
          </a:solidFill>
        </a:ln>
      </dgm:spPr>
    </dgm:pt>
    <dgm:pt modelId="{3F00C90A-2D33-486F-8194-BDE550B9E6F4}" type="pres">
      <dgm:prSet presAssocID="{78C30B64-10C4-4CA7-BD70-FBF164E0931A}" presName="text_3" presStyleLbl="node1" presStyleIdx="2" presStyleCnt="4">
        <dgm:presLayoutVars>
          <dgm:bulletEnabled val="1"/>
        </dgm:presLayoutVars>
      </dgm:prSet>
      <dgm:spPr/>
    </dgm:pt>
    <dgm:pt modelId="{6C75B20E-70C5-4471-8E70-E308F499C80E}" type="pres">
      <dgm:prSet presAssocID="{78C30B64-10C4-4CA7-BD70-FBF164E0931A}" presName="accent_3" presStyleCnt="0"/>
      <dgm:spPr/>
    </dgm:pt>
    <dgm:pt modelId="{FD75DAC9-5521-4204-B686-AF9203476D54}" type="pres">
      <dgm:prSet presAssocID="{78C30B64-10C4-4CA7-BD70-FBF164E0931A}" presName="accentRepeatNode" presStyleLbl="solidFgAcc1" presStyleIdx="2" presStyleCnt="4"/>
      <dgm:spPr>
        <a:ln>
          <a:solidFill>
            <a:schemeClr val="accent2">
              <a:lumMod val="50000"/>
            </a:schemeClr>
          </a:solidFill>
        </a:ln>
      </dgm:spPr>
    </dgm:pt>
    <dgm:pt modelId="{1EA9617A-6857-4AEE-9F71-E5C535ACDE52}" type="pres">
      <dgm:prSet presAssocID="{2733769F-9372-480C-A077-1A437B78BDF4}" presName="text_4" presStyleLbl="node1" presStyleIdx="3" presStyleCnt="4">
        <dgm:presLayoutVars>
          <dgm:bulletEnabled val="1"/>
        </dgm:presLayoutVars>
      </dgm:prSet>
      <dgm:spPr/>
    </dgm:pt>
    <dgm:pt modelId="{26A81C46-8213-4786-8DDB-5576CD51BD14}" type="pres">
      <dgm:prSet presAssocID="{2733769F-9372-480C-A077-1A437B78BDF4}" presName="accent_4" presStyleCnt="0"/>
      <dgm:spPr/>
    </dgm:pt>
    <dgm:pt modelId="{6FCDE059-80FD-48BB-B171-3BE7ACDC0D58}" type="pres">
      <dgm:prSet presAssocID="{2733769F-9372-480C-A077-1A437B78BDF4}" presName="accentRepeatNode" presStyleLbl="solidFgAcc1" presStyleIdx="3" presStyleCnt="4"/>
      <dgm:spPr>
        <a:ln>
          <a:solidFill>
            <a:schemeClr val="accent2">
              <a:lumMod val="50000"/>
            </a:schemeClr>
          </a:solidFill>
        </a:ln>
      </dgm:spPr>
    </dgm:pt>
  </dgm:ptLst>
  <dgm:cxnLst>
    <dgm:cxn modelId="{4336B11F-65AB-42E9-A244-F2E1E65E6285}" srcId="{4DFBBE2D-50A5-4932-B104-D42A98CAA06F}" destId="{8BDA753A-C186-4F61-ABD4-534D0CC1EBC3}" srcOrd="0" destOrd="0" parTransId="{77A83A6E-1FB5-4710-B7D5-AC138A5434C3}" sibTransId="{2312B741-6B54-4622-8723-0037F2AEFA2A}"/>
    <dgm:cxn modelId="{7046C323-6C9F-4569-8EAD-CBFD3C82F7D1}" type="presOf" srcId="{78C30B64-10C4-4CA7-BD70-FBF164E0931A}" destId="{3F00C90A-2D33-486F-8194-BDE550B9E6F4}" srcOrd="0" destOrd="0" presId="urn:microsoft.com/office/officeart/2008/layout/VerticalCurvedList"/>
    <dgm:cxn modelId="{B816333E-2D07-452D-BC2F-AFE1CE76312E}" srcId="{4DFBBE2D-50A5-4932-B104-D42A98CAA06F}" destId="{A6F54AAC-5715-44EA-9CF6-2438369726FE}" srcOrd="1" destOrd="0" parTransId="{C8D9DA6E-2AA9-4982-A4F8-38F5B7E9BD01}" sibTransId="{1ED10BC2-091B-4E4F-822E-EAC5BDC2CF28}"/>
    <dgm:cxn modelId="{3B58CC3F-0482-47EB-8C18-2458B286DE37}" type="presOf" srcId="{2312B741-6B54-4622-8723-0037F2AEFA2A}" destId="{84381E47-2ED8-4CE7-8240-B9B685AFE1DC}" srcOrd="0" destOrd="0" presId="urn:microsoft.com/office/officeart/2008/layout/VerticalCurvedList"/>
    <dgm:cxn modelId="{F1467960-3795-4844-804F-469996F04853}" type="presOf" srcId="{8BDA753A-C186-4F61-ABD4-534D0CC1EBC3}" destId="{E6DC69BA-BF6F-4ED9-A3CD-D6C5212A1227}" srcOrd="0" destOrd="0" presId="urn:microsoft.com/office/officeart/2008/layout/VerticalCurvedList"/>
    <dgm:cxn modelId="{6CA50B41-2263-44F6-AF51-7DDADA1F0596}" type="presOf" srcId="{2733769F-9372-480C-A077-1A437B78BDF4}" destId="{1EA9617A-6857-4AEE-9F71-E5C535ACDE52}" srcOrd="0" destOrd="0" presId="urn:microsoft.com/office/officeart/2008/layout/VerticalCurvedList"/>
    <dgm:cxn modelId="{E0F071AD-90DE-4EDB-91D3-18A838847480}" type="presOf" srcId="{A6F54AAC-5715-44EA-9CF6-2438369726FE}" destId="{B4BB20BA-11A7-4E22-96C8-713A6A7B34CE}" srcOrd="0" destOrd="0" presId="urn:microsoft.com/office/officeart/2008/layout/VerticalCurvedList"/>
    <dgm:cxn modelId="{AD5D6DBA-85E8-4C65-B844-BFFD2CAA46B4}" srcId="{4DFBBE2D-50A5-4932-B104-D42A98CAA06F}" destId="{78C30B64-10C4-4CA7-BD70-FBF164E0931A}" srcOrd="2" destOrd="0" parTransId="{FCE1ED0E-7365-42E2-B839-846B679774A8}" sibTransId="{AAD34DF1-E9DF-4B24-964B-369FE989539E}"/>
    <dgm:cxn modelId="{A1938DE9-8FFD-45E7-9679-A95C1CAC23F6}" type="presOf" srcId="{4DFBBE2D-50A5-4932-B104-D42A98CAA06F}" destId="{0756FBA1-4773-41C9-8AFC-3413D181B423}" srcOrd="0" destOrd="0" presId="urn:microsoft.com/office/officeart/2008/layout/VerticalCurvedList"/>
    <dgm:cxn modelId="{2725F6EC-09AF-4EC7-A602-69BC59A8EF3F}" srcId="{4DFBBE2D-50A5-4932-B104-D42A98CAA06F}" destId="{2733769F-9372-480C-A077-1A437B78BDF4}" srcOrd="3" destOrd="0" parTransId="{949EFAA9-A317-492B-8DA7-C0ACFE1CF279}" sibTransId="{28B5FBC1-F573-462A-A5BA-FC8875DD0D9A}"/>
    <dgm:cxn modelId="{EAEC950C-0555-4A8D-A026-28536FDC8D36}" type="presParOf" srcId="{0756FBA1-4773-41C9-8AFC-3413D181B423}" destId="{B610C592-43BC-4C5A-AE8A-C9C0ADA55710}" srcOrd="0" destOrd="0" presId="urn:microsoft.com/office/officeart/2008/layout/VerticalCurvedList"/>
    <dgm:cxn modelId="{4602D16F-8362-4517-9425-B9AF3AD3782D}" type="presParOf" srcId="{B610C592-43BC-4C5A-AE8A-C9C0ADA55710}" destId="{8AA1B9FB-D15F-403C-BD97-72857405FC39}" srcOrd="0" destOrd="0" presId="urn:microsoft.com/office/officeart/2008/layout/VerticalCurvedList"/>
    <dgm:cxn modelId="{69903235-5E6E-4B3F-AFD2-989B2380C911}" type="presParOf" srcId="{8AA1B9FB-D15F-403C-BD97-72857405FC39}" destId="{53F49393-A03B-4D9B-8782-5A300E9FC4C6}" srcOrd="0" destOrd="0" presId="urn:microsoft.com/office/officeart/2008/layout/VerticalCurvedList"/>
    <dgm:cxn modelId="{BE4EFFBB-B297-4E00-9B79-C607D9E421F7}" type="presParOf" srcId="{8AA1B9FB-D15F-403C-BD97-72857405FC39}" destId="{84381E47-2ED8-4CE7-8240-B9B685AFE1DC}" srcOrd="1" destOrd="0" presId="urn:microsoft.com/office/officeart/2008/layout/VerticalCurvedList"/>
    <dgm:cxn modelId="{F3A9BE3A-6B58-47D4-82C8-2EC0EBC716AE}" type="presParOf" srcId="{8AA1B9FB-D15F-403C-BD97-72857405FC39}" destId="{03DCA511-384D-4B0A-B59D-0D403A24F4D6}" srcOrd="2" destOrd="0" presId="urn:microsoft.com/office/officeart/2008/layout/VerticalCurvedList"/>
    <dgm:cxn modelId="{F9C1E5CD-D719-48B9-9E05-FDE8E8358889}" type="presParOf" srcId="{8AA1B9FB-D15F-403C-BD97-72857405FC39}" destId="{74BB21EA-A102-44CB-A255-E0B4893B3BEB}" srcOrd="3" destOrd="0" presId="urn:microsoft.com/office/officeart/2008/layout/VerticalCurvedList"/>
    <dgm:cxn modelId="{EB95B8FE-9AD3-435E-A33C-533095888697}" type="presParOf" srcId="{B610C592-43BC-4C5A-AE8A-C9C0ADA55710}" destId="{E6DC69BA-BF6F-4ED9-A3CD-D6C5212A1227}" srcOrd="1" destOrd="0" presId="urn:microsoft.com/office/officeart/2008/layout/VerticalCurvedList"/>
    <dgm:cxn modelId="{15318206-F021-469B-BE46-45BDC53B0BB3}" type="presParOf" srcId="{B610C592-43BC-4C5A-AE8A-C9C0ADA55710}" destId="{7C677A12-2EE7-4F60-BEF7-69E484D29DAF}" srcOrd="2" destOrd="0" presId="urn:microsoft.com/office/officeart/2008/layout/VerticalCurvedList"/>
    <dgm:cxn modelId="{89E2C344-779A-430D-9F8A-8450970F1A06}" type="presParOf" srcId="{7C677A12-2EE7-4F60-BEF7-69E484D29DAF}" destId="{8C054647-C215-4CFC-9284-3D44C2D73DF5}" srcOrd="0" destOrd="0" presId="urn:microsoft.com/office/officeart/2008/layout/VerticalCurvedList"/>
    <dgm:cxn modelId="{E71EE662-7A7D-4F9C-AAB9-63DF2CA7B6DA}" type="presParOf" srcId="{B610C592-43BC-4C5A-AE8A-C9C0ADA55710}" destId="{B4BB20BA-11A7-4E22-96C8-713A6A7B34CE}" srcOrd="3" destOrd="0" presId="urn:microsoft.com/office/officeart/2008/layout/VerticalCurvedList"/>
    <dgm:cxn modelId="{68EDD3E9-1993-43E7-9DA2-27880057AE8B}" type="presParOf" srcId="{B610C592-43BC-4C5A-AE8A-C9C0ADA55710}" destId="{2F0B0E6B-5F01-44C3-B8D5-E4DAEDF8C0D6}" srcOrd="4" destOrd="0" presId="urn:microsoft.com/office/officeart/2008/layout/VerticalCurvedList"/>
    <dgm:cxn modelId="{909E4F26-B369-4663-999D-6EFA5F0E4D54}" type="presParOf" srcId="{2F0B0E6B-5F01-44C3-B8D5-E4DAEDF8C0D6}" destId="{63C6DEF7-C296-4375-BA17-6A9FFC45EC8F}" srcOrd="0" destOrd="0" presId="urn:microsoft.com/office/officeart/2008/layout/VerticalCurvedList"/>
    <dgm:cxn modelId="{5053C5E0-CB60-40FF-9E64-62DC614A4482}" type="presParOf" srcId="{B610C592-43BC-4C5A-AE8A-C9C0ADA55710}" destId="{3F00C90A-2D33-486F-8194-BDE550B9E6F4}" srcOrd="5" destOrd="0" presId="urn:microsoft.com/office/officeart/2008/layout/VerticalCurvedList"/>
    <dgm:cxn modelId="{7040A336-CF1F-4F1A-A783-D2D8CB818191}" type="presParOf" srcId="{B610C592-43BC-4C5A-AE8A-C9C0ADA55710}" destId="{6C75B20E-70C5-4471-8E70-E308F499C80E}" srcOrd="6" destOrd="0" presId="urn:microsoft.com/office/officeart/2008/layout/VerticalCurvedList"/>
    <dgm:cxn modelId="{7C839DCF-6D85-426A-9722-CF418ADD85AA}" type="presParOf" srcId="{6C75B20E-70C5-4471-8E70-E308F499C80E}" destId="{FD75DAC9-5521-4204-B686-AF9203476D54}" srcOrd="0" destOrd="0" presId="urn:microsoft.com/office/officeart/2008/layout/VerticalCurvedList"/>
    <dgm:cxn modelId="{6D0F34BF-2BFA-418C-AB10-0E0FF63A6458}" type="presParOf" srcId="{B610C592-43BC-4C5A-AE8A-C9C0ADA55710}" destId="{1EA9617A-6857-4AEE-9F71-E5C535ACDE52}" srcOrd="7" destOrd="0" presId="urn:microsoft.com/office/officeart/2008/layout/VerticalCurvedList"/>
    <dgm:cxn modelId="{429130D2-C173-4A7F-A31A-798F08264A23}" type="presParOf" srcId="{B610C592-43BC-4C5A-AE8A-C9C0ADA55710}" destId="{26A81C46-8213-4786-8DDB-5576CD51BD14}" srcOrd="8" destOrd="0" presId="urn:microsoft.com/office/officeart/2008/layout/VerticalCurvedList"/>
    <dgm:cxn modelId="{25222DF7-FD46-4AD6-897E-48679160790B}" type="presParOf" srcId="{26A81C46-8213-4786-8DDB-5576CD51BD14}" destId="{6FCDE059-80FD-48BB-B171-3BE7ACDC0D5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545E84-17AC-4491-A620-E06BA84C30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D632AA-FD47-40EB-8457-CC277BE81252}">
      <dgm:prSet custT="1"/>
      <dgm:spPr>
        <a:solidFill>
          <a:srgbClr val="1F497D">
            <a:lumMod val="5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68580" tIns="34290" rIns="68580" bIns="34290" numCol="1" spcCol="1270" anchor="ctr" anchorCtr="0"/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Project by: Amana Ismail</a:t>
          </a:r>
        </a:p>
      </dgm:t>
    </dgm:pt>
    <dgm:pt modelId="{8E6C28EA-A515-4FE7-BAEB-1D6E4A5C5983}" type="parTrans" cxnId="{3B4AC431-B882-4582-B8DB-11CE83A9BF23}">
      <dgm:prSet/>
      <dgm:spPr/>
      <dgm:t>
        <a:bodyPr/>
        <a:lstStyle/>
        <a:p>
          <a:endParaRPr lang="en-IN"/>
        </a:p>
      </dgm:t>
    </dgm:pt>
    <dgm:pt modelId="{2425710B-1203-43E6-ACE0-6A7D7872C9D2}" type="sibTrans" cxnId="{3B4AC431-B882-4582-B8DB-11CE83A9BF23}">
      <dgm:prSet/>
      <dgm:spPr/>
      <dgm:t>
        <a:bodyPr/>
        <a:lstStyle/>
        <a:p>
          <a:endParaRPr lang="en-IN"/>
        </a:p>
      </dgm:t>
    </dgm:pt>
    <dgm:pt modelId="{F14E1912-14D8-42F0-9C7B-CAD33BDC5EC2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/>
            <a:t>Role: Data Analyst Student</a:t>
          </a:r>
        </a:p>
      </dgm:t>
    </dgm:pt>
    <dgm:pt modelId="{6DEC3AF5-2F38-4ABF-8A63-2081670B84E7}" type="parTrans" cxnId="{88F33E80-744F-481D-9EB7-192ED8DA8E51}">
      <dgm:prSet/>
      <dgm:spPr/>
      <dgm:t>
        <a:bodyPr/>
        <a:lstStyle/>
        <a:p>
          <a:endParaRPr lang="en-IN"/>
        </a:p>
      </dgm:t>
    </dgm:pt>
    <dgm:pt modelId="{EAE76CF6-896C-4E3A-8D9F-8DFE6D8AC274}" type="sibTrans" cxnId="{88F33E80-744F-481D-9EB7-192ED8DA8E51}">
      <dgm:prSet/>
      <dgm:spPr/>
      <dgm:t>
        <a:bodyPr/>
        <a:lstStyle/>
        <a:p>
          <a:endParaRPr lang="en-IN"/>
        </a:p>
      </dgm:t>
    </dgm:pt>
    <dgm:pt modelId="{4AF730A3-35DF-47E4-B30C-8A59754EC00B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/>
            <a:t>📊 Tools Used: Python, Tableau, Excel</a:t>
          </a:r>
        </a:p>
      </dgm:t>
    </dgm:pt>
    <dgm:pt modelId="{9C53D3FD-20A1-4C1C-8207-8285656D9A3A}" type="parTrans" cxnId="{9EB233BE-5D72-4D66-A66F-947D321F506D}">
      <dgm:prSet/>
      <dgm:spPr/>
      <dgm:t>
        <a:bodyPr/>
        <a:lstStyle/>
        <a:p>
          <a:endParaRPr lang="en-IN"/>
        </a:p>
      </dgm:t>
    </dgm:pt>
    <dgm:pt modelId="{251923EB-53F6-43A7-9F04-8F74D1887A2B}" type="sibTrans" cxnId="{9EB233BE-5D72-4D66-A66F-947D321F506D}">
      <dgm:prSet/>
      <dgm:spPr/>
      <dgm:t>
        <a:bodyPr/>
        <a:lstStyle/>
        <a:p>
          <a:endParaRPr lang="en-IN"/>
        </a:p>
      </dgm:t>
    </dgm:pt>
    <dgm:pt modelId="{99CD1BB2-2736-4A6F-A332-DA77F378FFBE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 dirty="0"/>
            <a:t>📧 Email: your.email@example.com</a:t>
          </a:r>
        </a:p>
      </dgm:t>
    </dgm:pt>
    <dgm:pt modelId="{1DBCF590-49DD-42AD-A1C0-A1DFB664485F}" type="parTrans" cxnId="{96B7842D-8805-4596-811A-A8411DD21DC6}">
      <dgm:prSet/>
      <dgm:spPr/>
      <dgm:t>
        <a:bodyPr/>
        <a:lstStyle/>
        <a:p>
          <a:endParaRPr lang="en-IN"/>
        </a:p>
      </dgm:t>
    </dgm:pt>
    <dgm:pt modelId="{6D46FF9C-319E-42A1-BFC8-BFC16394E13A}" type="sibTrans" cxnId="{96B7842D-8805-4596-811A-A8411DD21DC6}">
      <dgm:prSet/>
      <dgm:spPr/>
      <dgm:t>
        <a:bodyPr/>
        <a:lstStyle/>
        <a:p>
          <a:endParaRPr lang="en-IN"/>
        </a:p>
      </dgm:t>
    </dgm:pt>
    <dgm:pt modelId="{9983D6E3-F126-4459-A257-10248AE433D0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 dirty="0"/>
            <a:t>🔗 LinkedIn: linkedin.com/in/</a:t>
          </a:r>
          <a:r>
            <a:rPr lang="en-IN" dirty="0" err="1"/>
            <a:t>amana-ismail</a:t>
          </a:r>
          <a:endParaRPr lang="en-IN" dirty="0"/>
        </a:p>
      </dgm:t>
    </dgm:pt>
    <dgm:pt modelId="{34D973D3-EA08-4F3D-8DE8-724F57B2DA16}" type="parTrans" cxnId="{775E93C0-2E90-496A-8C00-9E13B357C912}">
      <dgm:prSet/>
      <dgm:spPr/>
      <dgm:t>
        <a:bodyPr/>
        <a:lstStyle/>
        <a:p>
          <a:endParaRPr lang="en-IN"/>
        </a:p>
      </dgm:t>
    </dgm:pt>
    <dgm:pt modelId="{726FCEC3-65E3-4418-AAC9-F6BCAAA19860}" type="sibTrans" cxnId="{775E93C0-2E90-496A-8C00-9E13B357C912}">
      <dgm:prSet/>
      <dgm:spPr/>
      <dgm:t>
        <a:bodyPr/>
        <a:lstStyle/>
        <a:p>
          <a:endParaRPr lang="en-IN"/>
        </a:p>
      </dgm:t>
    </dgm:pt>
    <dgm:pt modelId="{E96E8E36-A7C0-441D-8ACC-0C6F8A52A927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 dirty="0"/>
            <a:t>Thank you for viewing my project!</a:t>
          </a:r>
        </a:p>
      </dgm:t>
    </dgm:pt>
    <dgm:pt modelId="{134B717D-5CF6-4FD0-8878-D93D3BA50AED}" type="parTrans" cxnId="{72850C4A-175C-4267-81C8-63CC816B520B}">
      <dgm:prSet/>
      <dgm:spPr/>
      <dgm:t>
        <a:bodyPr/>
        <a:lstStyle/>
        <a:p>
          <a:endParaRPr lang="en-IN"/>
        </a:p>
      </dgm:t>
    </dgm:pt>
    <dgm:pt modelId="{9434FE65-216B-41EF-BD2F-B3494AF5D3F6}" type="sibTrans" cxnId="{72850C4A-175C-4267-81C8-63CC816B520B}">
      <dgm:prSet/>
      <dgm:spPr/>
      <dgm:t>
        <a:bodyPr/>
        <a:lstStyle/>
        <a:p>
          <a:endParaRPr lang="en-IN"/>
        </a:p>
      </dgm:t>
    </dgm:pt>
    <dgm:pt modelId="{575303D0-329D-4BC2-AA51-DFC94736DC02}" type="pres">
      <dgm:prSet presAssocID="{19545E84-17AC-4491-A620-E06BA84C3097}" presName="linear" presStyleCnt="0">
        <dgm:presLayoutVars>
          <dgm:animLvl val="lvl"/>
          <dgm:resizeHandles val="exact"/>
        </dgm:presLayoutVars>
      </dgm:prSet>
      <dgm:spPr/>
    </dgm:pt>
    <dgm:pt modelId="{0EAB441F-24AB-4EAD-8E58-975C3EDED923}" type="pres">
      <dgm:prSet presAssocID="{8FD632AA-FD47-40EB-8457-CC277BE8125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47B9887-1863-4657-8CA4-79A680C89B6E}" type="pres">
      <dgm:prSet presAssocID="{2425710B-1203-43E6-ACE0-6A7D7872C9D2}" presName="spacer" presStyleCnt="0"/>
      <dgm:spPr/>
    </dgm:pt>
    <dgm:pt modelId="{2BAFA924-8972-471B-9D17-3057F80DB04D}" type="pres">
      <dgm:prSet presAssocID="{F14E1912-14D8-42F0-9C7B-CAD33BDC5EC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46CF2F1-097E-49AF-A5E9-DB907AC44C8B}" type="pres">
      <dgm:prSet presAssocID="{EAE76CF6-896C-4E3A-8D9F-8DFE6D8AC274}" presName="spacer" presStyleCnt="0"/>
      <dgm:spPr/>
    </dgm:pt>
    <dgm:pt modelId="{2AF8D1C4-A755-42AF-AA7B-22FD8A7C29F9}" type="pres">
      <dgm:prSet presAssocID="{4AF730A3-35DF-47E4-B30C-8A59754EC00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FDAFE27-96BE-4587-8498-DB1985C28CD1}" type="pres">
      <dgm:prSet presAssocID="{251923EB-53F6-43A7-9F04-8F74D1887A2B}" presName="spacer" presStyleCnt="0"/>
      <dgm:spPr/>
    </dgm:pt>
    <dgm:pt modelId="{10D3F70D-4473-4420-8BB5-6FF7994C2561}" type="pres">
      <dgm:prSet presAssocID="{99CD1BB2-2736-4A6F-A332-DA77F378FFB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428EAC7-0C76-438D-9483-10D63002C67B}" type="pres">
      <dgm:prSet presAssocID="{6D46FF9C-319E-42A1-BFC8-BFC16394E13A}" presName="spacer" presStyleCnt="0"/>
      <dgm:spPr/>
    </dgm:pt>
    <dgm:pt modelId="{628809E5-FB26-497E-9C75-E72A660A7EA1}" type="pres">
      <dgm:prSet presAssocID="{9983D6E3-F126-4459-A257-10248AE433D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3B5C758-D136-477A-9F67-5AA496C687AA}" type="pres">
      <dgm:prSet presAssocID="{726FCEC3-65E3-4418-AAC9-F6BCAAA19860}" presName="spacer" presStyleCnt="0"/>
      <dgm:spPr/>
    </dgm:pt>
    <dgm:pt modelId="{13B879BA-611E-4860-AD68-23BD48C008E8}" type="pres">
      <dgm:prSet presAssocID="{E96E8E36-A7C0-441D-8ACC-0C6F8A52A92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D3BA30F-758C-4733-8EB7-AC4391D06EE7}" type="presOf" srcId="{E96E8E36-A7C0-441D-8ACC-0C6F8A52A927}" destId="{13B879BA-611E-4860-AD68-23BD48C008E8}" srcOrd="0" destOrd="0" presId="urn:microsoft.com/office/officeart/2005/8/layout/vList2"/>
    <dgm:cxn modelId="{96B7842D-8805-4596-811A-A8411DD21DC6}" srcId="{19545E84-17AC-4491-A620-E06BA84C3097}" destId="{99CD1BB2-2736-4A6F-A332-DA77F378FFBE}" srcOrd="3" destOrd="0" parTransId="{1DBCF590-49DD-42AD-A1C0-A1DFB664485F}" sibTransId="{6D46FF9C-319E-42A1-BFC8-BFC16394E13A}"/>
    <dgm:cxn modelId="{3B4AC431-B882-4582-B8DB-11CE83A9BF23}" srcId="{19545E84-17AC-4491-A620-E06BA84C3097}" destId="{8FD632AA-FD47-40EB-8457-CC277BE81252}" srcOrd="0" destOrd="0" parTransId="{8E6C28EA-A515-4FE7-BAEB-1D6E4A5C5983}" sibTransId="{2425710B-1203-43E6-ACE0-6A7D7872C9D2}"/>
    <dgm:cxn modelId="{25308A60-019C-42FE-84D8-5824D3C56913}" type="presOf" srcId="{F14E1912-14D8-42F0-9C7B-CAD33BDC5EC2}" destId="{2BAFA924-8972-471B-9D17-3057F80DB04D}" srcOrd="0" destOrd="0" presId="urn:microsoft.com/office/officeart/2005/8/layout/vList2"/>
    <dgm:cxn modelId="{72850C4A-175C-4267-81C8-63CC816B520B}" srcId="{19545E84-17AC-4491-A620-E06BA84C3097}" destId="{E96E8E36-A7C0-441D-8ACC-0C6F8A52A927}" srcOrd="5" destOrd="0" parTransId="{134B717D-5CF6-4FD0-8878-D93D3BA50AED}" sibTransId="{9434FE65-216B-41EF-BD2F-B3494AF5D3F6}"/>
    <dgm:cxn modelId="{6CB1956C-88B5-41F9-AB58-102A2435F41E}" type="presOf" srcId="{4AF730A3-35DF-47E4-B30C-8A59754EC00B}" destId="{2AF8D1C4-A755-42AF-AA7B-22FD8A7C29F9}" srcOrd="0" destOrd="0" presId="urn:microsoft.com/office/officeart/2005/8/layout/vList2"/>
    <dgm:cxn modelId="{3BB31657-0035-4288-8CDF-5046EFD93C0A}" type="presOf" srcId="{9983D6E3-F126-4459-A257-10248AE433D0}" destId="{628809E5-FB26-497E-9C75-E72A660A7EA1}" srcOrd="0" destOrd="0" presId="urn:microsoft.com/office/officeart/2005/8/layout/vList2"/>
    <dgm:cxn modelId="{97DC1D7F-587B-41B5-BA97-F7A186439AF3}" type="presOf" srcId="{99CD1BB2-2736-4A6F-A332-DA77F378FFBE}" destId="{10D3F70D-4473-4420-8BB5-6FF7994C2561}" srcOrd="0" destOrd="0" presId="urn:microsoft.com/office/officeart/2005/8/layout/vList2"/>
    <dgm:cxn modelId="{88F33E80-744F-481D-9EB7-192ED8DA8E51}" srcId="{19545E84-17AC-4491-A620-E06BA84C3097}" destId="{F14E1912-14D8-42F0-9C7B-CAD33BDC5EC2}" srcOrd="1" destOrd="0" parTransId="{6DEC3AF5-2F38-4ABF-8A63-2081670B84E7}" sibTransId="{EAE76CF6-896C-4E3A-8D9F-8DFE6D8AC274}"/>
    <dgm:cxn modelId="{9EB233BE-5D72-4D66-A66F-947D321F506D}" srcId="{19545E84-17AC-4491-A620-E06BA84C3097}" destId="{4AF730A3-35DF-47E4-B30C-8A59754EC00B}" srcOrd="2" destOrd="0" parTransId="{9C53D3FD-20A1-4C1C-8207-8285656D9A3A}" sibTransId="{251923EB-53F6-43A7-9F04-8F74D1887A2B}"/>
    <dgm:cxn modelId="{775E93C0-2E90-496A-8C00-9E13B357C912}" srcId="{19545E84-17AC-4491-A620-E06BA84C3097}" destId="{9983D6E3-F126-4459-A257-10248AE433D0}" srcOrd="4" destOrd="0" parTransId="{34D973D3-EA08-4F3D-8DE8-724F57B2DA16}" sibTransId="{726FCEC3-65E3-4418-AAC9-F6BCAAA19860}"/>
    <dgm:cxn modelId="{5C8C12C4-C9BB-4DDB-9EFD-532CF59E9CF7}" type="presOf" srcId="{19545E84-17AC-4491-A620-E06BA84C3097}" destId="{575303D0-329D-4BC2-AA51-DFC94736DC02}" srcOrd="0" destOrd="0" presId="urn:microsoft.com/office/officeart/2005/8/layout/vList2"/>
    <dgm:cxn modelId="{A67EA1E4-EBE8-46F0-9E34-4A5A48967F77}" type="presOf" srcId="{8FD632AA-FD47-40EB-8457-CC277BE81252}" destId="{0EAB441F-24AB-4EAD-8E58-975C3EDED923}" srcOrd="0" destOrd="0" presId="urn:microsoft.com/office/officeart/2005/8/layout/vList2"/>
    <dgm:cxn modelId="{1DE1F934-A020-4EED-8444-0712A26BF38B}" type="presParOf" srcId="{575303D0-329D-4BC2-AA51-DFC94736DC02}" destId="{0EAB441F-24AB-4EAD-8E58-975C3EDED923}" srcOrd="0" destOrd="0" presId="urn:microsoft.com/office/officeart/2005/8/layout/vList2"/>
    <dgm:cxn modelId="{425F3B01-2599-4AC4-AC94-3520F338AADA}" type="presParOf" srcId="{575303D0-329D-4BC2-AA51-DFC94736DC02}" destId="{A47B9887-1863-4657-8CA4-79A680C89B6E}" srcOrd="1" destOrd="0" presId="urn:microsoft.com/office/officeart/2005/8/layout/vList2"/>
    <dgm:cxn modelId="{BB4D674C-6718-401E-BD96-551680B1E4F9}" type="presParOf" srcId="{575303D0-329D-4BC2-AA51-DFC94736DC02}" destId="{2BAFA924-8972-471B-9D17-3057F80DB04D}" srcOrd="2" destOrd="0" presId="urn:microsoft.com/office/officeart/2005/8/layout/vList2"/>
    <dgm:cxn modelId="{F065CE02-DBE7-4200-9F37-813F6C532D4D}" type="presParOf" srcId="{575303D0-329D-4BC2-AA51-DFC94736DC02}" destId="{146CF2F1-097E-49AF-A5E9-DB907AC44C8B}" srcOrd="3" destOrd="0" presId="urn:microsoft.com/office/officeart/2005/8/layout/vList2"/>
    <dgm:cxn modelId="{F90CD214-A3EF-41B6-83E3-B94C7EBEC9B4}" type="presParOf" srcId="{575303D0-329D-4BC2-AA51-DFC94736DC02}" destId="{2AF8D1C4-A755-42AF-AA7B-22FD8A7C29F9}" srcOrd="4" destOrd="0" presId="urn:microsoft.com/office/officeart/2005/8/layout/vList2"/>
    <dgm:cxn modelId="{1BC1943C-46DA-4571-B70A-8B1E840AF255}" type="presParOf" srcId="{575303D0-329D-4BC2-AA51-DFC94736DC02}" destId="{DFDAFE27-96BE-4587-8498-DB1985C28CD1}" srcOrd="5" destOrd="0" presId="urn:microsoft.com/office/officeart/2005/8/layout/vList2"/>
    <dgm:cxn modelId="{F8DFE388-3E68-498A-A871-C53F32D88EC6}" type="presParOf" srcId="{575303D0-329D-4BC2-AA51-DFC94736DC02}" destId="{10D3F70D-4473-4420-8BB5-6FF7994C2561}" srcOrd="6" destOrd="0" presId="urn:microsoft.com/office/officeart/2005/8/layout/vList2"/>
    <dgm:cxn modelId="{363BC99B-09C3-4882-9204-6BF6334C6747}" type="presParOf" srcId="{575303D0-329D-4BC2-AA51-DFC94736DC02}" destId="{8428EAC7-0C76-438D-9483-10D63002C67B}" srcOrd="7" destOrd="0" presId="urn:microsoft.com/office/officeart/2005/8/layout/vList2"/>
    <dgm:cxn modelId="{4CDCCFEE-DEDA-40F3-92A7-3E18603D3DBF}" type="presParOf" srcId="{575303D0-329D-4BC2-AA51-DFC94736DC02}" destId="{628809E5-FB26-497E-9C75-E72A660A7EA1}" srcOrd="8" destOrd="0" presId="urn:microsoft.com/office/officeart/2005/8/layout/vList2"/>
    <dgm:cxn modelId="{DE75D203-9E07-402B-9264-36D75C890690}" type="presParOf" srcId="{575303D0-329D-4BC2-AA51-DFC94736DC02}" destId="{53B5C758-D136-477A-9F67-5AA496C687AA}" srcOrd="9" destOrd="0" presId="urn:microsoft.com/office/officeart/2005/8/layout/vList2"/>
    <dgm:cxn modelId="{50487726-BAE8-4DAE-AE69-963676EF536B}" type="presParOf" srcId="{575303D0-329D-4BC2-AA51-DFC94736DC02}" destId="{13B879BA-611E-4860-AD68-23BD48C008E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D2098-B969-4D97-9FD7-C52497A0A86D}">
      <dsp:nvSpPr>
        <dsp:cNvPr id="0" name=""/>
        <dsp:cNvSpPr/>
      </dsp:nvSpPr>
      <dsp:spPr>
        <a:xfrm>
          <a:off x="4" y="657"/>
          <a:ext cx="7772390" cy="1468710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>
              <a:latin typeface="Bell MT" panose="02020503060305020303" pitchFamily="18" charset="0"/>
            </a:rPr>
            <a:t>The Growth Matrix:</a:t>
          </a:r>
          <a:br>
            <a:rPr lang="en-US" sz="4400" kern="1200" dirty="0">
              <a:latin typeface="Bell MT" panose="02020503060305020303" pitchFamily="18" charset="0"/>
            </a:rPr>
          </a:br>
          <a:r>
            <a:rPr lang="en-IN" sz="4400" kern="1200" dirty="0">
              <a:latin typeface="Bell MT" panose="02020503060305020303" pitchFamily="18" charset="0"/>
            </a:rPr>
            <a:t> Retail Sales Dashboard</a:t>
          </a:r>
        </a:p>
      </dsp:txBody>
      <dsp:txXfrm>
        <a:off x="4" y="657"/>
        <a:ext cx="7772390" cy="1468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8B37C-2E45-4F09-AA94-CEC775406B30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• Designed an interactive Tableau dashboard titled 'The Growth Matrix'.</a:t>
          </a:r>
        </a:p>
      </dsp:txBody>
      <dsp:txXfrm>
        <a:off x="50489" y="132590"/>
        <a:ext cx="8128622" cy="933302"/>
      </dsp:txXfrm>
    </dsp:sp>
    <dsp:sp modelId="{6532D8DD-AE18-4DCD-8399-D51FB9559C6C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• The project visualizes key retail metrics such as sales, profit, and category performance.</a:t>
          </a:r>
        </a:p>
      </dsp:txBody>
      <dsp:txXfrm>
        <a:off x="50489" y="1241750"/>
        <a:ext cx="8128622" cy="933302"/>
      </dsp:txXfrm>
    </dsp:sp>
    <dsp:sp modelId="{48BF4BAD-0ADC-43B7-85D3-A3FE117ADEA0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• Built to showcase data storytelling, interactivity, and business insight extraction.</a:t>
          </a:r>
        </a:p>
      </dsp:txBody>
      <dsp:txXfrm>
        <a:off x="50489" y="2350910"/>
        <a:ext cx="8128622" cy="933302"/>
      </dsp:txXfrm>
    </dsp:sp>
    <dsp:sp modelId="{FD41CA6E-59C1-42D3-B4D1-0BEAED11A9EA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• Tools Used: Python (data cleaning), Tableau (visualization), Excel (initial analysis).</a:t>
          </a:r>
        </a:p>
      </dsp:txBody>
      <dsp:txXfrm>
        <a:off x="50489" y="3460070"/>
        <a:ext cx="8128622" cy="933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1D72E-5669-4306-971B-C1C1B21DAF46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E7B28-4951-4193-9F80-6B320AC6F33E}">
      <dsp:nvSpPr>
        <dsp:cNvPr id="0" name=""/>
        <dsp:cNvSpPr/>
      </dsp:nvSpPr>
      <dsp:spPr>
        <a:xfrm>
          <a:off x="2262981" y="0"/>
          <a:ext cx="6266502" cy="45259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Dataset: Superstore Sales Dataset(10,000+rows)</a:t>
          </a:r>
          <a:r>
            <a:rPr lang="en-US" sz="2700" kern="1200"/>
            <a:t>.</a:t>
          </a:r>
          <a:endParaRPr lang="en-IN" sz="2700" kern="1200"/>
        </a:p>
      </dsp:txBody>
      <dsp:txXfrm>
        <a:off x="2262981" y="0"/>
        <a:ext cx="6266502" cy="961767"/>
      </dsp:txXfrm>
    </dsp:sp>
    <dsp:sp modelId="{75E769E1-5D68-46AE-A273-E6618ABA1D6B}">
      <dsp:nvSpPr>
        <dsp:cNvPr id="0" name=""/>
        <dsp:cNvSpPr/>
      </dsp:nvSpPr>
      <dsp:spPr>
        <a:xfrm>
          <a:off x="594032" y="961767"/>
          <a:ext cx="3337897" cy="333789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95CC6-C4E7-4872-A0B6-11AC594265C5}">
      <dsp:nvSpPr>
        <dsp:cNvPr id="0" name=""/>
        <dsp:cNvSpPr/>
      </dsp:nvSpPr>
      <dsp:spPr>
        <a:xfrm>
          <a:off x="2262981" y="961767"/>
          <a:ext cx="6266502" cy="333789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Covers orders, sales, profit, category, and regional data.</a:t>
          </a:r>
        </a:p>
      </dsp:txBody>
      <dsp:txXfrm>
        <a:off x="2262981" y="961767"/>
        <a:ext cx="6266502" cy="961767"/>
      </dsp:txXfrm>
    </dsp:sp>
    <dsp:sp modelId="{63810645-52F6-42F9-99CD-AA8102302562}">
      <dsp:nvSpPr>
        <dsp:cNvPr id="0" name=""/>
        <dsp:cNvSpPr/>
      </dsp:nvSpPr>
      <dsp:spPr>
        <a:xfrm>
          <a:off x="1188065" y="1923534"/>
          <a:ext cx="2149832" cy="214983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13B54-4290-4B1B-B47D-11FBD139C982}">
      <dsp:nvSpPr>
        <dsp:cNvPr id="0" name=""/>
        <dsp:cNvSpPr/>
      </dsp:nvSpPr>
      <dsp:spPr>
        <a:xfrm>
          <a:off x="2262981" y="1923534"/>
          <a:ext cx="6266502" cy="21498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Cleaned and prepared in Python before importing into Tableau.</a:t>
          </a:r>
        </a:p>
      </dsp:txBody>
      <dsp:txXfrm>
        <a:off x="2262981" y="1923534"/>
        <a:ext cx="6266502" cy="961767"/>
      </dsp:txXfrm>
    </dsp:sp>
    <dsp:sp modelId="{6FCFBB2D-B6BB-45D4-B3EA-C5DC512AAA41}">
      <dsp:nvSpPr>
        <dsp:cNvPr id="0" name=""/>
        <dsp:cNvSpPr/>
      </dsp:nvSpPr>
      <dsp:spPr>
        <a:xfrm>
          <a:off x="1782097" y="2885301"/>
          <a:ext cx="961767" cy="96176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DA020-79C9-41B0-AF10-FEAC40898181}">
      <dsp:nvSpPr>
        <dsp:cNvPr id="0" name=""/>
        <dsp:cNvSpPr/>
      </dsp:nvSpPr>
      <dsp:spPr>
        <a:xfrm>
          <a:off x="2262981" y="2885301"/>
          <a:ext cx="6266502" cy="96176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Ensured no null values and consistent data formats for accurate visualization.</a:t>
          </a:r>
        </a:p>
      </dsp:txBody>
      <dsp:txXfrm>
        <a:off x="2262981" y="2885301"/>
        <a:ext cx="6266502" cy="9617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D62C1-9C16-474C-BBC5-D53BDB71FEEE}">
      <dsp:nvSpPr>
        <dsp:cNvPr id="0" name=""/>
        <dsp:cNvSpPr/>
      </dsp:nvSpPr>
      <dsp:spPr>
        <a:xfrm>
          <a:off x="0" y="68219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Key Performance Indicators (KPIs):</a:t>
          </a:r>
        </a:p>
      </dsp:txBody>
      <dsp:txXfrm>
        <a:off x="17563" y="85782"/>
        <a:ext cx="8194474" cy="324648"/>
      </dsp:txXfrm>
    </dsp:sp>
    <dsp:sp modelId="{CD8E2726-8B29-466B-B48D-93B56367D1BE}">
      <dsp:nvSpPr>
        <dsp:cNvPr id="0" name=""/>
        <dsp:cNvSpPr/>
      </dsp:nvSpPr>
      <dsp:spPr>
        <a:xfrm>
          <a:off x="0" y="471194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- Total Sales</a:t>
          </a:r>
        </a:p>
      </dsp:txBody>
      <dsp:txXfrm>
        <a:off x="17563" y="488757"/>
        <a:ext cx="8194474" cy="324648"/>
      </dsp:txXfrm>
    </dsp:sp>
    <dsp:sp modelId="{86C33F85-6778-43C7-8779-62713B0357A2}">
      <dsp:nvSpPr>
        <dsp:cNvPr id="0" name=""/>
        <dsp:cNvSpPr/>
      </dsp:nvSpPr>
      <dsp:spPr>
        <a:xfrm>
          <a:off x="0" y="874169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- Total Profit</a:t>
          </a:r>
        </a:p>
      </dsp:txBody>
      <dsp:txXfrm>
        <a:off x="17563" y="891732"/>
        <a:ext cx="8194474" cy="324648"/>
      </dsp:txXfrm>
    </dsp:sp>
    <dsp:sp modelId="{8DE02944-8D63-489F-BDFF-F33C9C26C400}">
      <dsp:nvSpPr>
        <dsp:cNvPr id="0" name=""/>
        <dsp:cNvSpPr/>
      </dsp:nvSpPr>
      <dsp:spPr>
        <a:xfrm>
          <a:off x="0" y="1277144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- Profit Margin (%)</a:t>
          </a:r>
        </a:p>
      </dsp:txBody>
      <dsp:txXfrm>
        <a:off x="17563" y="1294707"/>
        <a:ext cx="8194474" cy="324648"/>
      </dsp:txXfrm>
    </dsp:sp>
    <dsp:sp modelId="{C88A809C-0BB7-4D9D-BE36-5601E5E72203}">
      <dsp:nvSpPr>
        <dsp:cNvPr id="0" name=""/>
        <dsp:cNvSpPr/>
      </dsp:nvSpPr>
      <dsp:spPr>
        <a:xfrm>
          <a:off x="0" y="1680119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- Total Orders</a:t>
          </a:r>
        </a:p>
      </dsp:txBody>
      <dsp:txXfrm>
        <a:off x="17563" y="1697682"/>
        <a:ext cx="8194474" cy="324648"/>
      </dsp:txXfrm>
    </dsp:sp>
    <dsp:sp modelId="{D458E263-20D3-40C4-B327-55EF5679AD8F}">
      <dsp:nvSpPr>
        <dsp:cNvPr id="0" name=""/>
        <dsp:cNvSpPr/>
      </dsp:nvSpPr>
      <dsp:spPr>
        <a:xfrm>
          <a:off x="0" y="2083094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Visuals Included:</a:t>
          </a:r>
        </a:p>
      </dsp:txBody>
      <dsp:txXfrm>
        <a:off x="17563" y="2100657"/>
        <a:ext cx="8194474" cy="324648"/>
      </dsp:txXfrm>
    </dsp:sp>
    <dsp:sp modelId="{37927628-6C8B-4058-BEFF-5A328135BDC5}">
      <dsp:nvSpPr>
        <dsp:cNvPr id="0" name=""/>
        <dsp:cNvSpPr/>
      </dsp:nvSpPr>
      <dsp:spPr>
        <a:xfrm>
          <a:off x="0" y="2486069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- Sales by Category and Region</a:t>
          </a:r>
        </a:p>
      </dsp:txBody>
      <dsp:txXfrm>
        <a:off x="17563" y="2503632"/>
        <a:ext cx="8194474" cy="324648"/>
      </dsp:txXfrm>
    </dsp:sp>
    <dsp:sp modelId="{AF02AAC0-0AF2-4478-95C1-3CE738054D72}">
      <dsp:nvSpPr>
        <dsp:cNvPr id="0" name=""/>
        <dsp:cNvSpPr/>
      </dsp:nvSpPr>
      <dsp:spPr>
        <a:xfrm>
          <a:off x="0" y="2889044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- Monthly Sales Trend</a:t>
          </a:r>
        </a:p>
      </dsp:txBody>
      <dsp:txXfrm>
        <a:off x="17563" y="2906607"/>
        <a:ext cx="8194474" cy="324648"/>
      </dsp:txXfrm>
    </dsp:sp>
    <dsp:sp modelId="{29575F5B-48B4-45A3-AE17-545DF759F70F}">
      <dsp:nvSpPr>
        <dsp:cNvPr id="0" name=""/>
        <dsp:cNvSpPr/>
      </dsp:nvSpPr>
      <dsp:spPr>
        <a:xfrm>
          <a:off x="0" y="3292019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- Top 10 Sub-Categories by Sales</a:t>
          </a:r>
        </a:p>
      </dsp:txBody>
      <dsp:txXfrm>
        <a:off x="17563" y="3309582"/>
        <a:ext cx="8194474" cy="324648"/>
      </dsp:txXfrm>
    </dsp:sp>
    <dsp:sp modelId="{485F9A70-E949-4996-B991-F4E44ACA0313}">
      <dsp:nvSpPr>
        <dsp:cNvPr id="0" name=""/>
        <dsp:cNvSpPr/>
      </dsp:nvSpPr>
      <dsp:spPr>
        <a:xfrm>
          <a:off x="0" y="3694994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- Sales vs Profit Correlation</a:t>
          </a:r>
        </a:p>
      </dsp:txBody>
      <dsp:txXfrm>
        <a:off x="17563" y="3712557"/>
        <a:ext cx="8194474" cy="324648"/>
      </dsp:txXfrm>
    </dsp:sp>
    <dsp:sp modelId="{A7A4EFD1-3C8D-4965-A9FE-D2A9C5F45A9A}">
      <dsp:nvSpPr>
        <dsp:cNvPr id="0" name=""/>
        <dsp:cNvSpPr/>
      </dsp:nvSpPr>
      <dsp:spPr>
        <a:xfrm>
          <a:off x="0" y="4097969"/>
          <a:ext cx="8229600" cy="359774"/>
        </a:xfrm>
        <a:prstGeom prst="round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• Dashboard Title: The Growth Matrix</a:t>
          </a:r>
        </a:p>
      </dsp:txBody>
      <dsp:txXfrm>
        <a:off x="17563" y="4115532"/>
        <a:ext cx="8194474" cy="324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FA35F-85BD-40FF-B7C0-E2594DEF18AB}">
      <dsp:nvSpPr>
        <dsp:cNvPr id="0" name=""/>
        <dsp:cNvSpPr/>
      </dsp:nvSpPr>
      <dsp:spPr>
        <a:xfrm>
          <a:off x="0" y="550386"/>
          <a:ext cx="8229600" cy="527670"/>
        </a:xfrm>
        <a:prstGeom prst="roundRect">
          <a:avLst/>
        </a:prstGeom>
        <a:solidFill>
          <a:schemeClr val="accent1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• Technology category generated the highest sales.</a:t>
          </a:r>
        </a:p>
      </dsp:txBody>
      <dsp:txXfrm>
        <a:off x="25759" y="576145"/>
        <a:ext cx="8178082" cy="476152"/>
      </dsp:txXfrm>
    </dsp:sp>
    <dsp:sp modelId="{D40AB3F9-89D7-415C-82D0-23DE28003E74}">
      <dsp:nvSpPr>
        <dsp:cNvPr id="0" name=""/>
        <dsp:cNvSpPr/>
      </dsp:nvSpPr>
      <dsp:spPr>
        <a:xfrm>
          <a:off x="0" y="1141416"/>
          <a:ext cx="8229600" cy="527670"/>
        </a:xfrm>
        <a:prstGeom prst="roundRect">
          <a:avLst/>
        </a:prstGeom>
        <a:solidFill>
          <a:schemeClr val="accent1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• The West region outperformed others in total revenue.</a:t>
          </a:r>
        </a:p>
      </dsp:txBody>
      <dsp:txXfrm>
        <a:off x="25759" y="1167175"/>
        <a:ext cx="8178082" cy="476152"/>
      </dsp:txXfrm>
    </dsp:sp>
    <dsp:sp modelId="{EE3D2AB6-79C1-4218-8557-5B3F2B565221}">
      <dsp:nvSpPr>
        <dsp:cNvPr id="0" name=""/>
        <dsp:cNvSpPr/>
      </dsp:nvSpPr>
      <dsp:spPr>
        <a:xfrm>
          <a:off x="0" y="1732446"/>
          <a:ext cx="8229600" cy="527670"/>
        </a:xfrm>
        <a:prstGeom prst="roundRect">
          <a:avLst/>
        </a:prstGeom>
        <a:solidFill>
          <a:schemeClr val="accent1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• Profit margin observed at 12.5% — indicating moderate profitability.</a:t>
          </a:r>
        </a:p>
      </dsp:txBody>
      <dsp:txXfrm>
        <a:off x="25759" y="1758205"/>
        <a:ext cx="8178082" cy="476152"/>
      </dsp:txXfrm>
    </dsp:sp>
    <dsp:sp modelId="{B33BB34D-6B2E-4398-BA05-B0262200D642}">
      <dsp:nvSpPr>
        <dsp:cNvPr id="0" name=""/>
        <dsp:cNvSpPr/>
      </dsp:nvSpPr>
      <dsp:spPr>
        <a:xfrm>
          <a:off x="0" y="2323476"/>
          <a:ext cx="8229600" cy="527670"/>
        </a:xfrm>
        <a:prstGeom prst="roundRect">
          <a:avLst/>
        </a:prstGeom>
        <a:solidFill>
          <a:schemeClr val="accent1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• Sales showed steady month-over-month growth.</a:t>
          </a:r>
        </a:p>
      </dsp:txBody>
      <dsp:txXfrm>
        <a:off x="25759" y="2349235"/>
        <a:ext cx="8178082" cy="476152"/>
      </dsp:txXfrm>
    </dsp:sp>
    <dsp:sp modelId="{B8996C37-506C-428F-9CAA-88364FCE1565}">
      <dsp:nvSpPr>
        <dsp:cNvPr id="0" name=""/>
        <dsp:cNvSpPr/>
      </dsp:nvSpPr>
      <dsp:spPr>
        <a:xfrm>
          <a:off x="0" y="2914506"/>
          <a:ext cx="8229600" cy="527670"/>
        </a:xfrm>
        <a:prstGeom prst="roundRect">
          <a:avLst/>
        </a:prstGeom>
        <a:solidFill>
          <a:schemeClr val="accent1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• Furniture segment had high sales but lower profitability.</a:t>
          </a:r>
        </a:p>
      </dsp:txBody>
      <dsp:txXfrm>
        <a:off x="25759" y="2940265"/>
        <a:ext cx="8178082" cy="4761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81E47-2ED8-4CE7-8240-B9B685AFE1DC}">
      <dsp:nvSpPr>
        <dsp:cNvPr id="0" name=""/>
        <dsp:cNvSpPr/>
      </dsp:nvSpPr>
      <dsp:spPr>
        <a:xfrm>
          <a:off x="-3867565" y="-593919"/>
          <a:ext cx="4609465" cy="4609465"/>
        </a:xfrm>
        <a:prstGeom prst="blockArc">
          <a:avLst>
            <a:gd name="adj1" fmla="val 18900000"/>
            <a:gd name="adj2" fmla="val 2700000"/>
            <a:gd name="adj3" fmla="val 469"/>
          </a:avLst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DC69BA-BF6F-4ED9-A3CD-D6C5212A1227}">
      <dsp:nvSpPr>
        <dsp:cNvPr id="0" name=""/>
        <dsp:cNvSpPr/>
      </dsp:nvSpPr>
      <dsp:spPr>
        <a:xfrm>
          <a:off x="388821" y="263054"/>
          <a:ext cx="7795737" cy="526382"/>
        </a:xfrm>
        <a:prstGeom prst="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81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• Strengthened data cleaning and preprocessing skills in Python.</a:t>
          </a:r>
        </a:p>
      </dsp:txBody>
      <dsp:txXfrm>
        <a:off x="388821" y="263054"/>
        <a:ext cx="7795737" cy="526382"/>
      </dsp:txXfrm>
    </dsp:sp>
    <dsp:sp modelId="{8C054647-C215-4CFC-9284-3D44C2D73DF5}">
      <dsp:nvSpPr>
        <dsp:cNvPr id="0" name=""/>
        <dsp:cNvSpPr/>
      </dsp:nvSpPr>
      <dsp:spPr>
        <a:xfrm>
          <a:off x="59831" y="197256"/>
          <a:ext cx="657978" cy="6579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B20BA-11A7-4E22-96C8-713A6A7B34CE}">
      <dsp:nvSpPr>
        <dsp:cNvPr id="0" name=""/>
        <dsp:cNvSpPr/>
      </dsp:nvSpPr>
      <dsp:spPr>
        <a:xfrm>
          <a:off x="690608" y="1052765"/>
          <a:ext cx="7493950" cy="526382"/>
        </a:xfrm>
        <a:prstGeom prst="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81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• Improved dashboard layout and visual storytelling in Tableau.</a:t>
          </a:r>
        </a:p>
      </dsp:txBody>
      <dsp:txXfrm>
        <a:off x="690608" y="1052765"/>
        <a:ext cx="7493950" cy="526382"/>
      </dsp:txXfrm>
    </dsp:sp>
    <dsp:sp modelId="{63C6DEF7-C296-4375-BA17-6A9FFC45EC8F}">
      <dsp:nvSpPr>
        <dsp:cNvPr id="0" name=""/>
        <dsp:cNvSpPr/>
      </dsp:nvSpPr>
      <dsp:spPr>
        <a:xfrm>
          <a:off x="361619" y="986968"/>
          <a:ext cx="657978" cy="6579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0C90A-2D33-486F-8194-BDE550B9E6F4}">
      <dsp:nvSpPr>
        <dsp:cNvPr id="0" name=""/>
        <dsp:cNvSpPr/>
      </dsp:nvSpPr>
      <dsp:spPr>
        <a:xfrm>
          <a:off x="690608" y="1842477"/>
          <a:ext cx="7493950" cy="526382"/>
        </a:xfrm>
        <a:prstGeom prst="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81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• Learned to derive actionable business insights from raw data.</a:t>
          </a:r>
        </a:p>
      </dsp:txBody>
      <dsp:txXfrm>
        <a:off x="690608" y="1842477"/>
        <a:ext cx="7493950" cy="526382"/>
      </dsp:txXfrm>
    </dsp:sp>
    <dsp:sp modelId="{FD75DAC9-5521-4204-B686-AF9203476D54}">
      <dsp:nvSpPr>
        <dsp:cNvPr id="0" name=""/>
        <dsp:cNvSpPr/>
      </dsp:nvSpPr>
      <dsp:spPr>
        <a:xfrm>
          <a:off x="361619" y="1776679"/>
          <a:ext cx="657978" cy="6579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A9617A-6857-4AEE-9F71-E5C535ACDE52}">
      <dsp:nvSpPr>
        <dsp:cNvPr id="0" name=""/>
        <dsp:cNvSpPr/>
      </dsp:nvSpPr>
      <dsp:spPr>
        <a:xfrm>
          <a:off x="388821" y="2632188"/>
          <a:ext cx="7795737" cy="526382"/>
        </a:xfrm>
        <a:prstGeom prst="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81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• Enhanced understanding of retail data analytics and visualization design.</a:t>
          </a:r>
        </a:p>
      </dsp:txBody>
      <dsp:txXfrm>
        <a:off x="388821" y="2632188"/>
        <a:ext cx="7795737" cy="526382"/>
      </dsp:txXfrm>
    </dsp:sp>
    <dsp:sp modelId="{6FCDE059-80FD-48BB-B171-3BE7ACDC0D58}">
      <dsp:nvSpPr>
        <dsp:cNvPr id="0" name=""/>
        <dsp:cNvSpPr/>
      </dsp:nvSpPr>
      <dsp:spPr>
        <a:xfrm>
          <a:off x="59831" y="2566390"/>
          <a:ext cx="657978" cy="6579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AB441F-24AB-4EAD-8E58-975C3EDED923}">
      <dsp:nvSpPr>
        <dsp:cNvPr id="0" name=""/>
        <dsp:cNvSpPr/>
      </dsp:nvSpPr>
      <dsp:spPr>
        <a:xfrm>
          <a:off x="0" y="29561"/>
          <a:ext cx="8445910" cy="682073"/>
        </a:xfrm>
        <a:prstGeom prst="roundRect">
          <a:avLst/>
        </a:prstGeom>
        <a:solidFill>
          <a:srgbClr val="1F497D">
            <a:lumMod val="5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Project by: Amana Ismail</a:t>
          </a:r>
        </a:p>
      </dsp:txBody>
      <dsp:txXfrm>
        <a:off x="33296" y="62857"/>
        <a:ext cx="8379318" cy="615481"/>
      </dsp:txXfrm>
    </dsp:sp>
    <dsp:sp modelId="{2BAFA924-8972-471B-9D17-3057F80DB04D}">
      <dsp:nvSpPr>
        <dsp:cNvPr id="0" name=""/>
        <dsp:cNvSpPr/>
      </dsp:nvSpPr>
      <dsp:spPr>
        <a:xfrm>
          <a:off x="0" y="786514"/>
          <a:ext cx="8445910" cy="682073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Role: Data Analyst Student</a:t>
          </a:r>
        </a:p>
      </dsp:txBody>
      <dsp:txXfrm>
        <a:off x="33296" y="819810"/>
        <a:ext cx="8379318" cy="615481"/>
      </dsp:txXfrm>
    </dsp:sp>
    <dsp:sp modelId="{2AF8D1C4-A755-42AF-AA7B-22FD8A7C29F9}">
      <dsp:nvSpPr>
        <dsp:cNvPr id="0" name=""/>
        <dsp:cNvSpPr/>
      </dsp:nvSpPr>
      <dsp:spPr>
        <a:xfrm>
          <a:off x="0" y="1543468"/>
          <a:ext cx="8445910" cy="682073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📊 Tools Used: Python, Tableau, Excel</a:t>
          </a:r>
        </a:p>
      </dsp:txBody>
      <dsp:txXfrm>
        <a:off x="33296" y="1576764"/>
        <a:ext cx="8379318" cy="615481"/>
      </dsp:txXfrm>
    </dsp:sp>
    <dsp:sp modelId="{10D3F70D-4473-4420-8BB5-6FF7994C2561}">
      <dsp:nvSpPr>
        <dsp:cNvPr id="0" name=""/>
        <dsp:cNvSpPr/>
      </dsp:nvSpPr>
      <dsp:spPr>
        <a:xfrm>
          <a:off x="0" y="2300421"/>
          <a:ext cx="8445910" cy="682073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📧 Email: your.email@example.com</a:t>
          </a:r>
        </a:p>
      </dsp:txBody>
      <dsp:txXfrm>
        <a:off x="33296" y="2333717"/>
        <a:ext cx="8379318" cy="615481"/>
      </dsp:txXfrm>
    </dsp:sp>
    <dsp:sp modelId="{628809E5-FB26-497E-9C75-E72A660A7EA1}">
      <dsp:nvSpPr>
        <dsp:cNvPr id="0" name=""/>
        <dsp:cNvSpPr/>
      </dsp:nvSpPr>
      <dsp:spPr>
        <a:xfrm>
          <a:off x="0" y="3057374"/>
          <a:ext cx="8445910" cy="682073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🔗 LinkedIn: linkedin.com/in/</a:t>
          </a:r>
          <a:r>
            <a:rPr lang="en-IN" sz="2600" kern="1200" dirty="0" err="1"/>
            <a:t>amana-ismail</a:t>
          </a:r>
          <a:endParaRPr lang="en-IN" sz="2600" kern="1200" dirty="0"/>
        </a:p>
      </dsp:txBody>
      <dsp:txXfrm>
        <a:off x="33296" y="3090670"/>
        <a:ext cx="8379318" cy="615481"/>
      </dsp:txXfrm>
    </dsp:sp>
    <dsp:sp modelId="{13B879BA-611E-4860-AD68-23BD48C008E8}">
      <dsp:nvSpPr>
        <dsp:cNvPr id="0" name=""/>
        <dsp:cNvSpPr/>
      </dsp:nvSpPr>
      <dsp:spPr>
        <a:xfrm>
          <a:off x="0" y="3814328"/>
          <a:ext cx="8445910" cy="682073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Thank you for viewing my project!</a:t>
          </a:r>
        </a:p>
      </dsp:txBody>
      <dsp:txXfrm>
        <a:off x="33296" y="3847624"/>
        <a:ext cx="8379318" cy="6154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7BBB8D6-9065-10FB-DEA0-FC94FED0E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710053"/>
              </p:ext>
            </p:extLst>
          </p:nvPr>
        </p:nvGraphicFramePr>
        <p:xfrm>
          <a:off x="685800" y="2130425"/>
          <a:ext cx="7772400" cy="1470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By Amana Ismail</a:t>
            </a:r>
          </a:p>
          <a:p>
            <a:r>
              <a:rPr dirty="0"/>
              <a:t>Tableau | Python |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Project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2598FB-ABAE-CAB3-0B5D-4A1BD7D34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70667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ell MT" panose="02020503060305020303" pitchFamily="18" charset="0"/>
              </a:rPr>
              <a:t>Dataset Information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C76633-26B0-1B5E-CF09-E142BBDAE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397829"/>
              </p:ext>
            </p:extLst>
          </p:nvPr>
        </p:nvGraphicFramePr>
        <p:xfrm>
          <a:off x="457200" y="1600200"/>
          <a:ext cx="852948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Dashboard Design &amp; KPIs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310C00-32CB-D949-886C-4BC5EB2BE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44519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0935"/>
            <a:ext cx="8229600" cy="1143000"/>
          </a:xfrm>
        </p:spPr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Key Insights from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3798D8-9908-F7BC-3F72-D57E386FC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212301"/>
              </p:ext>
            </p:extLst>
          </p:nvPr>
        </p:nvGraphicFramePr>
        <p:xfrm>
          <a:off x="457200" y="2113935"/>
          <a:ext cx="8229600" cy="3992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0774"/>
            <a:ext cx="8229600" cy="1143000"/>
          </a:xfrm>
        </p:spPr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Learnings &amp; Reflection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93B51E-F954-1527-C8F7-4EBB4A089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985545"/>
              </p:ext>
            </p:extLst>
          </p:nvPr>
        </p:nvGraphicFramePr>
        <p:xfrm>
          <a:off x="457200" y="2084439"/>
          <a:ext cx="8229600" cy="3421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Connect with 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6FEAC8-B702-BE72-4C50-1B1D0250A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205644"/>
              </p:ext>
            </p:extLst>
          </p:nvPr>
        </p:nvGraphicFramePr>
        <p:xfrm>
          <a:off x="462116" y="1698522"/>
          <a:ext cx="844591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333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Baskerville Old Face</vt:lpstr>
      <vt:lpstr>Bell MT</vt:lpstr>
      <vt:lpstr>Calibri</vt:lpstr>
      <vt:lpstr>Office Theme</vt:lpstr>
      <vt:lpstr>PowerPoint Presentation</vt:lpstr>
      <vt:lpstr>Project Overview</vt:lpstr>
      <vt:lpstr>Dataset Information</vt:lpstr>
      <vt:lpstr>Dashboard Design &amp; KPIs</vt:lpstr>
      <vt:lpstr>Key Insights from Analysis</vt:lpstr>
      <vt:lpstr>Learnings &amp; Reflection</vt:lpstr>
      <vt:lpstr>Connect with 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Amana Ismail</cp:lastModifiedBy>
  <cp:revision>2</cp:revision>
  <dcterms:created xsi:type="dcterms:W3CDTF">2013-01-27T09:14:16Z</dcterms:created>
  <dcterms:modified xsi:type="dcterms:W3CDTF">2025-11-01T18:13:39Z</dcterms:modified>
  <cp:category/>
</cp:coreProperties>
</file>